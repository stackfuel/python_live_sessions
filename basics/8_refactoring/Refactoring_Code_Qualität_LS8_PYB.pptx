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media/image2.emf" ContentType="image/x-emf"/>
  <Override PartName="/ppt/media/image6.svg" ContentType="image/svg"/>
  <Override PartName="/ppt/media/image11.svg" ContentType="image/svg"/>
  <Override PartName="/ppt/media/image26.svg" ContentType="image/svg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emf"/><Relationship Id="rId4" Type="http://schemas.openxmlformats.org/officeDocument/2006/relationships/image" Target="../media/image3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4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7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8.png"/><Relationship Id="rId9" Type="http://schemas.openxmlformats.org/officeDocument/2006/relationships/image" Target="../media/image8.png"/><Relationship Id="rId10" Type="http://schemas.openxmlformats.org/officeDocument/2006/relationships/image" Target="../media/image8.png"/><Relationship Id="rId11" Type="http://schemas.openxmlformats.org/officeDocument/2006/relationships/image" Target="../media/image7.png"/><Relationship Id="rId12" Type="http://schemas.openxmlformats.org/officeDocument/2006/relationships/image" Target="../media/image8.png"/><Relationship Id="rId13" Type="http://schemas.openxmlformats.org/officeDocument/2006/relationships/image" Target="../media/image8.png"/><Relationship Id="rId14" Type="http://schemas.openxmlformats.org/officeDocument/2006/relationships/image" Target="../media/image8.png"/><Relationship Id="rId15" Type="http://schemas.openxmlformats.org/officeDocument/2006/relationships/image" Target="../media/image8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7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8.png"/><Relationship Id="rId9" Type="http://schemas.openxmlformats.org/officeDocument/2006/relationships/image" Target="../media/image8.png"/><Relationship Id="rId10" Type="http://schemas.openxmlformats.org/officeDocument/2006/relationships/image" Target="../media/image8.png"/><Relationship Id="rId11" Type="http://schemas.openxmlformats.org/officeDocument/2006/relationships/image" Target="../media/image7.png"/><Relationship Id="rId12" Type="http://schemas.openxmlformats.org/officeDocument/2006/relationships/image" Target="../media/image8.png"/><Relationship Id="rId13" Type="http://schemas.openxmlformats.org/officeDocument/2006/relationships/image" Target="../media/image8.png"/><Relationship Id="rId14" Type="http://schemas.openxmlformats.org/officeDocument/2006/relationships/image" Target="../media/image8.png"/><Relationship Id="rId15" Type="http://schemas.openxmlformats.org/officeDocument/2006/relationships/image" Target="../media/image8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image" Target="../media/image9.png"/><Relationship Id="rId7" Type="http://schemas.openxmlformats.org/officeDocument/2006/relationships/image" Target="../media/image9.png"/><Relationship Id="rId8" Type="http://schemas.openxmlformats.org/officeDocument/2006/relationships/image" Target="../media/image9.png"/><Relationship Id="rId9" Type="http://schemas.openxmlformats.org/officeDocument/2006/relationships/image" Target="../media/image9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image" Target="../media/image9.png"/><Relationship Id="rId7" Type="http://schemas.openxmlformats.org/officeDocument/2006/relationships/image" Target="../media/image9.png"/><Relationship Id="rId8" Type="http://schemas.openxmlformats.org/officeDocument/2006/relationships/image" Target="../media/image9.png"/><Relationship Id="rId9" Type="http://schemas.openxmlformats.org/officeDocument/2006/relationships/image" Target="../media/image9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7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9.png"/><Relationship Id="rId5" Type="http://schemas.openxmlformats.org/officeDocument/2006/relationships/image" Target="../media/image9.png"/><Relationship Id="rId6" Type="http://schemas.openxmlformats.org/officeDocument/2006/relationships/image" Target="../media/image9.png"/><Relationship Id="rId7" Type="http://schemas.openxmlformats.org/officeDocument/2006/relationships/image" Target="../media/image9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9.png"/><Relationship Id="rId5" Type="http://schemas.openxmlformats.org/officeDocument/2006/relationships/image" Target="../media/image9.png"/><Relationship Id="rId6" Type="http://schemas.openxmlformats.org/officeDocument/2006/relationships/image" Target="../media/image9.png"/><Relationship Id="rId7" Type="http://schemas.openxmlformats.org/officeDocument/2006/relationships/image" Target="../media/image9.png"/><Relationship Id="rId8" Type="http://schemas.openxmlformats.org/officeDocument/2006/relationships/image" Target="../media/image9.png"/><Relationship Id="rId9" Type="http://schemas.openxmlformats.org/officeDocument/2006/relationships/image" Target="../media/image9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emf"/><Relationship Id="rId4" Type="http://schemas.openxmlformats.org/officeDocument/2006/relationships/image" Target="../media/image3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11.sv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7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8.png"/><Relationship Id="rId9" Type="http://schemas.openxmlformats.org/officeDocument/2006/relationships/image" Target="../media/image7.png"/><Relationship Id="rId10" Type="http://schemas.openxmlformats.org/officeDocument/2006/relationships/image" Target="../media/image7.png"/><Relationship Id="rId11" Type="http://schemas.openxmlformats.org/officeDocument/2006/relationships/image" Target="../media/image7.png"/><Relationship Id="rId12" Type="http://schemas.openxmlformats.org/officeDocument/2006/relationships/image" Target="../media/image8.png"/><Relationship Id="rId13" Type="http://schemas.openxmlformats.org/officeDocument/2006/relationships/image" Target="../media/image8.png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7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8.png"/><Relationship Id="rId9" Type="http://schemas.openxmlformats.org/officeDocument/2006/relationships/image" Target="../media/image7.png"/><Relationship Id="rId10" Type="http://schemas.openxmlformats.org/officeDocument/2006/relationships/image" Target="../media/image7.png"/><Relationship Id="rId11" Type="http://schemas.openxmlformats.org/officeDocument/2006/relationships/image" Target="../media/image7.png"/><Relationship Id="rId12" Type="http://schemas.openxmlformats.org/officeDocument/2006/relationships/image" Target="../media/image8.png"/><Relationship Id="rId13" Type="http://schemas.openxmlformats.org/officeDocument/2006/relationships/image" Target="../media/image8.png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4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/>
          <p:cNvSpPr/>
          <p:nvPr/>
        </p:nvSpPr>
        <p:spPr>
          <a:xfrm>
            <a:off x="0" y="1080"/>
            <a:ext cx="12191760" cy="6857640"/>
          </a:xfrm>
          <a:prstGeom prst="rect">
            <a:avLst/>
          </a:prstGeom>
          <a:solidFill>
            <a:srgbClr val="551E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9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body"/>
          </p:nvPr>
        </p:nvSpPr>
        <p:spPr>
          <a:xfrm>
            <a:off x="1067760" y="4009680"/>
            <a:ext cx="9903240" cy="81792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Autofit/>
          </a:bodyPr>
          <a:lstStyle>
            <a:lvl1pPr indent="0" algn="l" defTabSz="914040">
              <a:lnSpc>
                <a:spcPct val="10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lt1"/>
                </a:solidFill>
                <a:effectLst/>
                <a:uFillTx/>
                <a:latin typeface="Rubik"/>
              </a:defRPr>
            </a:lvl1pPr>
          </a:lstStyle>
          <a:p>
            <a:pPr indent="0" algn="l" defTabSz="91404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Rubik"/>
              </a:rPr>
              <a:t>Mastertextformat bearbeiten</a:t>
            </a:r>
            <a:endParaRPr lang="en-US" sz="1800" b="1" u="none" strike="noStrike">
              <a:solidFill>
                <a:schemeClr val="lt1"/>
              </a:solidFill>
              <a:effectLst/>
              <a:uFillTx/>
              <a:latin typeface="Rubik SemiBold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1067760" y="1445040"/>
            <a:ext cx="9903240" cy="224136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b">
            <a:noAutofit/>
          </a:bodyPr>
          <a:lstStyle>
            <a:lvl1pPr indent="0" algn="l" defTabSz="914040">
              <a:lnSpc>
                <a:spcPct val="100000"/>
              </a:lnSpc>
              <a:buNone/>
              <a:tabLst>
                <a:tab pos="0" algn="l"/>
              </a:tabLst>
              <a:defRPr lang="de-DE" sz="4800" b="1" u="none" strike="noStrike">
                <a:solidFill>
                  <a:schemeClr val="lt1"/>
                </a:solidFill>
                <a:effectLst/>
                <a:uFillTx/>
                <a:latin typeface="Rubik SemiBold"/>
              </a:defRPr>
            </a:lvl1pPr>
          </a:lstStyle>
          <a:p>
            <a:pPr indent="0" algn="l" defTabSz="91404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4800" b="1" u="none" strike="noStrike">
                <a:solidFill>
                  <a:schemeClr val="lt1"/>
                </a:solidFill>
                <a:effectLst/>
                <a:uFillTx/>
                <a:latin typeface="Rubik SemiBold"/>
              </a:rPr>
              <a:t>Mastertextformat bearbeiten</a:t>
            </a:r>
            <a:endParaRPr lang="en-US" sz="4800" b="1" u="none" strike="noStrike">
              <a:solidFill>
                <a:schemeClr val="lt1"/>
              </a:solidFill>
              <a:effectLst/>
              <a:uFillTx/>
              <a:latin typeface="Rubik SemiBold"/>
            </a:endParaRPr>
          </a:p>
        </p:txBody>
      </p:sp>
      <p:pic>
        <p:nvPicPr>
          <p:cNvPr id="5" name="Grafik 3" descr="Ein Bild, das Screenshot, Schwarz, Quadrat, Rechteck enthält.&#10;&#10;Automatisch generierte Beschreibung"/>
          <p:cNvPicPr/>
          <p:nvPr/>
        </p:nvPicPr>
        <p:blipFill>
          <a:blip r:embed="rId2"/>
          <a:srcRect l="444" t="0" r="0" b="81603"/>
          <a:stretch/>
        </p:blipFill>
        <p:spPr>
          <a:xfrm>
            <a:off x="0" y="5160600"/>
            <a:ext cx="11271240" cy="169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" name="Grafik 5"/>
          <p:cNvPicPr/>
          <p:nvPr/>
        </p:nvPicPr>
        <p:blipFill>
          <a:blip r:embed="rId3"/>
          <a:stretch/>
        </p:blipFill>
        <p:spPr>
          <a:xfrm>
            <a:off x="9179640" y="4800240"/>
            <a:ext cx="871920" cy="747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" name="Grafik 10"/>
          <p:cNvPicPr/>
          <p:nvPr/>
        </p:nvPicPr>
        <p:blipFill>
          <a:blip r:embed="rId4"/>
          <a:stretch/>
        </p:blipFill>
        <p:spPr>
          <a:xfrm>
            <a:off x="8847720" y="302760"/>
            <a:ext cx="2908440" cy="10630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Überschrift (2-zeilig) + Inhalt (Dark HG)">
    <p:bg>
      <p:bgPr>
        <a:solidFill>
          <a:srgbClr val="1400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3"/>
          <p:cNvPicPr/>
          <p:nvPr/>
        </p:nvPicPr>
        <p:blipFill>
          <a:blip r:embed="rId2"/>
          <a:stretch/>
        </p:blipFill>
        <p:spPr>
          <a:xfrm>
            <a:off x="10461240" y="65160"/>
            <a:ext cx="1613880" cy="590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body" hasCustomPrompt="1"/>
          </p:nvPr>
        </p:nvSpPr>
        <p:spPr>
          <a:xfrm>
            <a:off x="280080" y="263520"/>
            <a:ext cx="5815800" cy="20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04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1200" b="1" u="none" strike="noStrike">
                <a:solidFill>
                  <a:schemeClr val="lt1"/>
                </a:solidFill>
                <a:effectLst/>
                <a:uFillTx/>
                <a:latin typeface="Rubik SemiBold"/>
              </a:defRPr>
            </a:lvl1pPr>
          </a:lstStyle>
          <a:p>
            <a:pPr indent="0" algn="l" defTabSz="91404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200" b="1" u="none" strike="noStrike">
                <a:solidFill>
                  <a:schemeClr val="lt1"/>
                </a:solidFill>
                <a:effectLst/>
                <a:uFillTx/>
                <a:latin typeface="Rubik SemiBold"/>
              </a:rPr>
              <a:t>Kapitel hinzufügen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Rubik"/>
            </a:endParaRPr>
          </a:p>
        </p:txBody>
      </p:sp>
      <p:sp>
        <p:nvSpPr>
          <p:cNvPr id="10" name="Slide Number Placeholder 5"/>
          <p:cNvSpPr/>
          <p:nvPr/>
        </p:nvSpPr>
        <p:spPr>
          <a:xfrm>
            <a:off x="11547720" y="6444000"/>
            <a:ext cx="375480" cy="1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0840" tIns="30600" rIns="60840" bIns="30600" anchor="ctr">
            <a:noAutofit/>
          </a:bodyPr>
          <a:p>
            <a:pPr algn="r" defTabSz="914400">
              <a:lnSpc>
                <a:spcPct val="100000"/>
              </a:lnSpc>
            </a:pPr>
            <a:fld id="{E90FFE20-7EEA-491B-B14D-F86EB14E7A61}" type="slidenum">
              <a:rPr lang="en-US" sz="800" b="1" u="none" strike="noStrike">
                <a:solidFill>
                  <a:srgbClr val="101010"/>
                </a:solidFill>
                <a:effectLst/>
                <a:uFillTx/>
                <a:latin typeface="Rubik SemiBold"/>
              </a:rPr>
              <a:t>&lt;Foliennummer&gt;</a:t>
            </a:fld>
            <a:endParaRPr lang="de-DE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 hasCustomPrompt="1"/>
          </p:nvPr>
        </p:nvSpPr>
        <p:spPr>
          <a:xfrm>
            <a:off x="1944720" y="520920"/>
            <a:ext cx="8302320" cy="1143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 defTabSz="914040">
              <a:lnSpc>
                <a:spcPct val="10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lt1"/>
                </a:solidFill>
                <a:effectLst/>
                <a:uFillTx/>
                <a:latin typeface="Rubik SemiBold"/>
              </a:defRPr>
            </a:lvl1pPr>
          </a:lstStyle>
          <a:p>
            <a:pPr indent="0" algn="ctr" defTabSz="91404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lt1"/>
                </a:solidFill>
                <a:effectLst/>
                <a:uFillTx/>
                <a:latin typeface="Rubik SemiBold"/>
              </a:rPr>
              <a:t>Das ist eine </a:t>
            </a:r>
            <a:br>
              <a:rPr sz="3600"/>
            </a:br>
            <a:r>
              <a:rPr lang="de-DE" sz="3600" b="0" u="none" strike="noStrike">
                <a:solidFill>
                  <a:schemeClr val="lt1"/>
                </a:solidFill>
                <a:effectLst/>
                <a:uFillTx/>
                <a:latin typeface="Rubik SemiBold"/>
              </a:rPr>
              <a:t>zweizeilige Headline</a:t>
            </a:r>
            <a:endParaRPr lang="en-US" sz="3600" b="0" u="none" strike="noStrike">
              <a:solidFill>
                <a:schemeClr val="lt1"/>
              </a:solidFill>
              <a:effectLst/>
              <a:uFillTx/>
              <a:latin typeface="Rubik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1944720" y="2147400"/>
            <a:ext cx="8302320" cy="367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040">
              <a:lnSpc>
                <a:spcPct val="100000"/>
              </a:lnSpc>
              <a:spcBef>
                <a:spcPts val="1001"/>
              </a:spcBef>
              <a:buSzPct val="100000"/>
              <a:buBlip>
                <a:blip r:embed="rId3"/>
              </a:buBlip>
              <a:tabLst>
                <a:tab pos="0" algn="l"/>
              </a:tabLst>
              <a:defRPr lang="de-DE" sz="2400" b="0" u="none" strike="noStrike">
                <a:solidFill>
                  <a:schemeClr val="lt1"/>
                </a:solidFill>
                <a:effectLst/>
                <a:uFillTx/>
                <a:latin typeface="Rubik"/>
              </a:defRPr>
            </a:lvl1pPr>
            <a:lvl2pPr lvl="1" algn="l" defTabSz="914040">
              <a:lnSpc>
                <a:spcPct val="100000"/>
              </a:lnSpc>
              <a:spcBef>
                <a:spcPts val="499"/>
              </a:spcBef>
              <a:buClr>
                <a:srgbClr val="C8FF00"/>
              </a:buClr>
              <a:buFont typeface="Arial"/>
              <a:buChar char="•"/>
              <a:tabLst>
                <a:tab pos="0" algn="l"/>
              </a:tabLst>
              <a:defRPr lang="de-DE" sz="2000" b="0" u="none" strike="noStrike">
                <a:solidFill>
                  <a:schemeClr val="lt1"/>
                </a:solidFill>
                <a:effectLst/>
                <a:uFillTx/>
                <a:latin typeface="Rubik"/>
              </a:defRPr>
            </a:lvl2pPr>
            <a:lvl3pPr lvl="2" algn="l" defTabSz="914040">
              <a:lnSpc>
                <a:spcPct val="100000"/>
              </a:lnSpc>
              <a:spcBef>
                <a:spcPts val="499"/>
              </a:spcBef>
              <a:buClr>
                <a:srgbClr val="C8FF00"/>
              </a:buClr>
              <a:buFont typeface="Wingdings" charset="2"/>
              <a:buChar char=""/>
              <a:tabLst>
                <a:tab pos="0" algn="l"/>
              </a:tabLst>
              <a:defRPr lang="de-DE" sz="1600" b="0" u="none" strike="noStrike">
                <a:solidFill>
                  <a:schemeClr val="lt1"/>
                </a:solidFill>
                <a:effectLst/>
                <a:uFillTx/>
                <a:latin typeface="Rubik"/>
              </a:defRPr>
            </a:lvl3pPr>
            <a:lvl4pPr lvl="3" algn="l" defTabSz="914040">
              <a:lnSpc>
                <a:spcPct val="100000"/>
              </a:lnSpc>
              <a:spcBef>
                <a:spcPts val="499"/>
              </a:spcBef>
              <a:buClr>
                <a:srgbClr val="C8FF00"/>
              </a:buClr>
              <a:buFont typeface="Symbol" charset="2"/>
              <a:buChar char=""/>
              <a:tabLst>
                <a:tab pos="0" algn="l"/>
              </a:tabLst>
              <a:defRPr lang="de-DE" sz="1400" b="0" u="none" strike="noStrike">
                <a:solidFill>
                  <a:schemeClr val="lt1"/>
                </a:solidFill>
                <a:effectLst/>
                <a:uFillTx/>
                <a:latin typeface="Rubik"/>
              </a:defRPr>
            </a:lvl4pPr>
            <a:lvl5pPr lvl="4" algn="l" defTabSz="914040">
              <a:lnSpc>
                <a:spcPct val="100000"/>
              </a:lnSpc>
              <a:spcBef>
                <a:spcPts val="499"/>
              </a:spcBef>
              <a:buClr>
                <a:srgbClr val="C8FF00"/>
              </a:buClr>
              <a:buFont typeface="Arial"/>
              <a:buChar char="•"/>
              <a:tabLst>
                <a:tab pos="0" algn="l"/>
              </a:tabLst>
              <a:defRPr lang="de-DE" sz="1400" b="0" u="none" strike="noStrike">
                <a:solidFill>
                  <a:schemeClr val="lt1"/>
                </a:solidFill>
                <a:effectLst/>
                <a:uFillTx/>
                <a:latin typeface="Rubik"/>
              </a:defRPr>
            </a:lvl5pPr>
          </a:lstStyle>
          <a:p>
            <a:pPr marL="228600" indent="-228600" algn="l" defTabSz="914040">
              <a:lnSpc>
                <a:spcPct val="100000"/>
              </a:lnSpc>
              <a:spcBef>
                <a:spcPts val="1001"/>
              </a:spcBef>
              <a:buSzPct val="100000"/>
              <a:buBlip>
                <a:blip r:embed="rId4"/>
              </a:buBlip>
              <a:tabLst>
                <a:tab pos="0" algn="l"/>
              </a:tabLst>
            </a:pPr>
            <a:r>
              <a:rPr lang="de-DE" sz="2400" b="0" u="none" strike="noStrike">
                <a:solidFill>
                  <a:schemeClr val="lt1"/>
                </a:solidFill>
                <a:effectLst/>
                <a:uFillTx/>
                <a:latin typeface="Rubik"/>
              </a:rPr>
              <a:t>Mastertextformat bearbeiten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Rubik"/>
            </a:endParaRPr>
          </a:p>
          <a:p>
            <a:pPr marL="685800" lvl="1" indent="-228600" algn="l" defTabSz="914040">
              <a:lnSpc>
                <a:spcPct val="100000"/>
              </a:lnSpc>
              <a:spcBef>
                <a:spcPts val="499"/>
              </a:spcBef>
              <a:buClr>
                <a:srgbClr val="C8FF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2000" b="0" u="none" strike="noStrike">
                <a:solidFill>
                  <a:schemeClr val="lt1"/>
                </a:solidFill>
                <a:effectLst/>
                <a:uFillTx/>
                <a:latin typeface="Rubik"/>
              </a:rPr>
              <a:t>Zweite Ebene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Rubik"/>
            </a:endParaRPr>
          </a:p>
          <a:p>
            <a:pPr marL="1142640" lvl="2" indent="-228600" algn="l" defTabSz="914040">
              <a:lnSpc>
                <a:spcPct val="100000"/>
              </a:lnSpc>
              <a:spcBef>
                <a:spcPts val="499"/>
              </a:spcBef>
              <a:buClr>
                <a:srgbClr val="C8FF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lt1"/>
                </a:solidFill>
                <a:effectLst/>
                <a:uFillTx/>
                <a:latin typeface="Rubik"/>
              </a:rPr>
              <a:t>Dritte Ebene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Rubik"/>
            </a:endParaRPr>
          </a:p>
          <a:p>
            <a:pPr marL="1599840" lvl="3" indent="-228600" algn="l" defTabSz="914040">
              <a:lnSpc>
                <a:spcPct val="100000"/>
              </a:lnSpc>
              <a:spcBef>
                <a:spcPts val="499"/>
              </a:spcBef>
              <a:buClr>
                <a:srgbClr val="C8FF00"/>
              </a:buClr>
              <a:buFont typeface="Symbol" charset="2"/>
              <a:buChar char="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lt1"/>
                </a:solidFill>
                <a:effectLst/>
                <a:uFillTx/>
                <a:latin typeface="Rubik"/>
              </a:rPr>
              <a:t>Vierte Ebene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Rubik"/>
            </a:endParaRPr>
          </a:p>
          <a:p>
            <a:pPr marL="2057040" lvl="4" indent="-228600" algn="l" defTabSz="914040">
              <a:lnSpc>
                <a:spcPct val="100000"/>
              </a:lnSpc>
              <a:spcBef>
                <a:spcPts val="499"/>
              </a:spcBef>
              <a:buClr>
                <a:srgbClr val="C8FF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lt1"/>
                </a:solidFill>
                <a:effectLst/>
                <a:uFillTx/>
                <a:latin typeface="Rubik"/>
              </a:rPr>
              <a:t>Fünfte Ebene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Rubik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Überschrift + 3x 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9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458720" y="65160"/>
            <a:ext cx="1619280" cy="590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PlaceHolder 1"/>
          <p:cNvSpPr>
            <a:spLocks noGrp="1"/>
          </p:cNvSpPr>
          <p:nvPr>
            <p:ph type="body" hasCustomPrompt="1"/>
          </p:nvPr>
        </p:nvSpPr>
        <p:spPr>
          <a:xfrm>
            <a:off x="280080" y="263520"/>
            <a:ext cx="5815800" cy="210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04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1200" b="1" u="none" strike="noStrike">
                <a:solidFill>
                  <a:srgbClr val="101010"/>
                </a:solidFill>
                <a:effectLst/>
                <a:uFillTx/>
                <a:latin typeface="Rubik SemiBold"/>
              </a:defRPr>
            </a:lvl1pPr>
          </a:lstStyle>
          <a:p>
            <a:pPr indent="0" algn="l" defTabSz="91404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200" b="1" u="none" strike="noStrike">
                <a:solidFill>
                  <a:srgbClr val="101010"/>
                </a:solidFill>
                <a:effectLst/>
                <a:uFillTx/>
                <a:latin typeface="Rubik SemiBold"/>
              </a:rPr>
              <a:t>Kapitel hinzufügen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 hasCustomPrompt="1"/>
          </p:nvPr>
        </p:nvSpPr>
        <p:spPr>
          <a:xfrm>
            <a:off x="1944720" y="520920"/>
            <a:ext cx="8302320" cy="590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 defTabSz="914040">
              <a:lnSpc>
                <a:spcPct val="10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rgbClr val="101010"/>
                </a:solidFill>
                <a:effectLst/>
                <a:uFillTx/>
                <a:latin typeface="Rubik SemiBold"/>
              </a:defRPr>
            </a:lvl1pPr>
          </a:lstStyle>
          <a:p>
            <a:pPr indent="0" algn="ctr" defTabSz="91404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rgbClr val="101010"/>
                </a:solidFill>
                <a:effectLst/>
                <a:uFillTx/>
                <a:latin typeface="Rubik SemiBold"/>
              </a:rPr>
              <a:t>Das ist eine einzeilige Headline</a:t>
            </a:r>
            <a:endParaRPr lang="de-DE" sz="36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</p:txBody>
      </p:sp>
      <p:sp>
        <p:nvSpPr>
          <p:cNvPr id="16" name="Slide Number Placeholder 5"/>
          <p:cNvSpPr/>
          <p:nvPr/>
        </p:nvSpPr>
        <p:spPr>
          <a:xfrm>
            <a:off x="11547720" y="6444000"/>
            <a:ext cx="375480" cy="1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0840" tIns="30600" rIns="60840" bIns="30600" anchor="ctr">
            <a:noAutofit/>
          </a:bodyPr>
          <a:p>
            <a:pPr algn="r" defTabSz="914400">
              <a:lnSpc>
                <a:spcPct val="100000"/>
              </a:lnSpc>
            </a:pPr>
            <a:fld id="{8903B48D-4C49-41C6-9C14-87ABAD853368}" type="slidenum">
              <a:rPr lang="en-US" sz="800" b="1" u="none" strike="noStrike">
                <a:solidFill>
                  <a:srgbClr val="101010"/>
                </a:solidFill>
                <a:effectLst/>
                <a:uFillTx/>
                <a:latin typeface="Rubik SemiBold"/>
              </a:rPr>
              <a:t>&lt;Foliennummer&gt;</a:t>
            </a:fld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1944360" y="1594080"/>
            <a:ext cx="3930480" cy="39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040">
              <a:lnSpc>
                <a:spcPct val="100000"/>
              </a:lnSpc>
              <a:spcBef>
                <a:spcPts val="1001"/>
              </a:spcBef>
              <a:buSzPct val="100000"/>
              <a:buBlip>
                <a:blip r:embed="rId4"/>
              </a:buBlip>
              <a:tabLst>
                <a:tab pos="0" algn="l"/>
              </a:tabLst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1pPr>
            <a:lvl2pPr lvl="1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2pPr>
            <a:lvl3pPr lvl="2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Wingdings" charset="2"/>
              <a:buChar char=""/>
              <a:tabLst>
                <a:tab pos="0" algn="l"/>
              </a:tabLst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3pPr>
            <a:lvl4pPr lvl="3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Symbol" charset="2"/>
              <a:buChar char=""/>
              <a:tabLst>
                <a:tab pos="0" algn="l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4pPr>
            <a:lvl5pPr lvl="4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5pPr>
          </a:lstStyle>
          <a:p>
            <a:pPr marL="272880" indent="-263520" algn="l" defTabSz="914040">
              <a:lnSpc>
                <a:spcPct val="100000"/>
              </a:lnSpc>
              <a:spcBef>
                <a:spcPts val="1001"/>
              </a:spcBef>
              <a:buSzPct val="100000"/>
              <a:buBlip>
                <a:blip r:embed="rId5"/>
              </a:buBlip>
              <a:tabLst>
                <a:tab pos="0" algn="l"/>
              </a:tabLst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Mastertextformat bearbeiten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685800" lvl="1" indent="-22860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Zweite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1142640" lvl="2" indent="-22860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Dritte Ebene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1599840" lvl="3" indent="-22860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Symbol" charset="2"/>
              <a:buChar char=""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Vierte Ebene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2057040" lvl="4" indent="-22860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Fünfte Ebene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308280" y="1594080"/>
            <a:ext cx="3938760" cy="39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040">
              <a:lnSpc>
                <a:spcPct val="100000"/>
              </a:lnSpc>
              <a:spcBef>
                <a:spcPts val="1001"/>
              </a:spcBef>
              <a:buSzPct val="100000"/>
              <a:buBlip>
                <a:blip r:embed="rId6"/>
              </a:buBlip>
              <a:tabLst>
                <a:tab pos="0" algn="l"/>
              </a:tabLst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1pPr>
            <a:lvl2pPr lvl="1" algn="l" defTabSz="914040">
              <a:lnSpc>
                <a:spcPct val="100000"/>
              </a:lnSpc>
              <a:spcBef>
                <a:spcPts val="1001"/>
              </a:spcBef>
              <a:buSzPct val="100000"/>
              <a:buBlip>
                <a:blip r:embed="rId7"/>
              </a:buBlip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2pPr>
            <a:lvl3pPr lvl="2" algn="l" defTabSz="914040">
              <a:lnSpc>
                <a:spcPct val="100000"/>
              </a:lnSpc>
              <a:spcBef>
                <a:spcPts val="1001"/>
              </a:spcBef>
              <a:buSzPct val="100000"/>
              <a:buBlip>
                <a:blip r:embed="rId8"/>
              </a:buBlip>
              <a:tabLst>
                <a:tab pos="0" algn="l"/>
              </a:tabLst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3pPr>
            <a:lvl4pPr lvl="3" algn="l" defTabSz="914040">
              <a:lnSpc>
                <a:spcPct val="100000"/>
              </a:lnSpc>
              <a:spcBef>
                <a:spcPts val="1001"/>
              </a:spcBef>
              <a:buSzPct val="100000"/>
              <a:buBlip>
                <a:blip r:embed="rId9"/>
              </a:buBlip>
              <a:tabLst>
                <a:tab pos="0" algn="l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4pPr>
            <a:lvl5pPr lvl="4" algn="l" defTabSz="914040">
              <a:lnSpc>
                <a:spcPct val="100000"/>
              </a:lnSpc>
              <a:spcBef>
                <a:spcPts val="1001"/>
              </a:spcBef>
              <a:buSzPct val="100000"/>
              <a:buBlip>
                <a:blip r:embed="rId10"/>
              </a:buBlip>
              <a:tabLst>
                <a:tab pos="0" algn="l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5pPr>
          </a:lstStyle>
          <a:p>
            <a:pPr marL="272880" indent="-263520" algn="l" defTabSz="914040">
              <a:lnSpc>
                <a:spcPct val="100000"/>
              </a:lnSpc>
              <a:spcBef>
                <a:spcPts val="1001"/>
              </a:spcBef>
              <a:buSzPct val="100000"/>
              <a:buBlip>
                <a:blip r:embed="rId11"/>
              </a:buBlip>
              <a:tabLst>
                <a:tab pos="0" algn="l"/>
              </a:tabLst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Mastertextformat bearbeiten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272880" lvl="1" indent="-263520" algn="l" defTabSz="914040">
              <a:lnSpc>
                <a:spcPct val="100000"/>
              </a:lnSpc>
              <a:spcBef>
                <a:spcPts val="1001"/>
              </a:spcBef>
              <a:buSzPct val="100000"/>
              <a:buBlip>
                <a:blip r:embed="rId12"/>
              </a:buBlip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Zweite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272880" lvl="2" indent="-263520" algn="l" defTabSz="914040">
              <a:lnSpc>
                <a:spcPct val="100000"/>
              </a:lnSpc>
              <a:spcBef>
                <a:spcPts val="1001"/>
              </a:spcBef>
              <a:buSzPct val="100000"/>
              <a:buBlip>
                <a:blip r:embed="rId13"/>
              </a:buBlip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Dritte Ebene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272880" lvl="3" indent="-263520" algn="l" defTabSz="914040">
              <a:lnSpc>
                <a:spcPct val="100000"/>
              </a:lnSpc>
              <a:spcBef>
                <a:spcPts val="1001"/>
              </a:spcBef>
              <a:buSzPct val="100000"/>
              <a:buBlip>
                <a:blip r:embed="rId14"/>
              </a:buBlip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Vierte Ebene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272880" lvl="4" indent="-263520" algn="l" defTabSz="914040">
              <a:lnSpc>
                <a:spcPct val="100000"/>
              </a:lnSpc>
              <a:spcBef>
                <a:spcPts val="1001"/>
              </a:spcBef>
              <a:buSzPct val="100000"/>
              <a:buBlip>
                <a:blip r:embed="rId15"/>
              </a:buBlip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Fünfte Ebene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Überschrift (2-zeilig) + 2x 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fik 9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458720" y="65160"/>
            <a:ext cx="1619280" cy="590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PlaceHolder 1"/>
          <p:cNvSpPr>
            <a:spLocks noGrp="1"/>
          </p:cNvSpPr>
          <p:nvPr>
            <p:ph type="body" hasCustomPrompt="1"/>
          </p:nvPr>
        </p:nvSpPr>
        <p:spPr>
          <a:xfrm>
            <a:off x="280080" y="263520"/>
            <a:ext cx="5815800" cy="20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04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1200" b="1" u="none" strike="noStrike">
                <a:solidFill>
                  <a:srgbClr val="101010"/>
                </a:solidFill>
                <a:effectLst/>
                <a:uFillTx/>
                <a:latin typeface="Rubik SemiBold"/>
              </a:defRPr>
            </a:lvl1pPr>
          </a:lstStyle>
          <a:p>
            <a:pPr indent="0" algn="l" defTabSz="91404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200" b="1" u="none" strike="noStrike">
                <a:solidFill>
                  <a:srgbClr val="101010"/>
                </a:solidFill>
                <a:effectLst/>
                <a:uFillTx/>
                <a:latin typeface="Rubik SemiBold"/>
              </a:rPr>
              <a:t>Kapitel hinzufügen</a:t>
            </a:r>
            <a:endParaRPr lang="de-DE" sz="1200" b="0" u="none" strike="noStrike">
              <a:solidFill>
                <a:srgbClr val="101010"/>
              </a:solidFill>
              <a:effectLst/>
              <a:uFillTx/>
              <a:latin typeface="Rubik SemiBold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1944360" y="2155320"/>
            <a:ext cx="3930480" cy="39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040">
              <a:lnSpc>
                <a:spcPct val="100000"/>
              </a:lnSpc>
              <a:spcBef>
                <a:spcPts val="1001"/>
              </a:spcBef>
              <a:buSzPct val="100000"/>
              <a:buBlip>
                <a:blip r:embed="rId4"/>
              </a:buBlip>
              <a:tabLst>
                <a:tab pos="0" algn="l"/>
              </a:tabLst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1pPr>
            <a:lvl2pPr lvl="1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2pPr>
            <a:lvl3pPr lvl="2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Wingdings" charset="2"/>
              <a:buChar char=""/>
              <a:tabLst>
                <a:tab pos="0" algn="l"/>
              </a:tabLst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3pPr>
            <a:lvl4pPr lvl="3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Symbol" charset="2"/>
              <a:buChar char=""/>
              <a:tabLst>
                <a:tab pos="0" algn="l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4pPr>
            <a:lvl5pPr lvl="4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5pPr>
          </a:lstStyle>
          <a:p>
            <a:pPr marL="272880" indent="-263520" algn="l" defTabSz="914040">
              <a:lnSpc>
                <a:spcPct val="100000"/>
              </a:lnSpc>
              <a:spcBef>
                <a:spcPts val="1001"/>
              </a:spcBef>
              <a:buSzPct val="100000"/>
              <a:buBlip>
                <a:blip r:embed="rId5"/>
              </a:buBlip>
              <a:tabLst>
                <a:tab pos="0" algn="l"/>
              </a:tabLst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Mastertextformat bearbeiten</a:t>
            </a:r>
            <a:endParaRPr lang="de-DE" sz="2400" b="0" u="none" strike="noStrike">
              <a:solidFill>
                <a:srgbClr val="101010"/>
              </a:solidFill>
              <a:effectLst/>
              <a:uFillTx/>
              <a:latin typeface="Rubik SemiBold"/>
            </a:endParaRPr>
          </a:p>
          <a:p>
            <a:pPr marL="685800" lvl="1" indent="-22860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Zweite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1142640" lvl="2" indent="-22860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Dritte Ebene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1599840" lvl="3" indent="-22860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Symbol" charset="2"/>
              <a:buChar char=""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Vierte Ebene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2057040" lvl="4" indent="-22860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Fünfte Ebene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6308280" y="2155320"/>
            <a:ext cx="3938760" cy="39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040">
              <a:lnSpc>
                <a:spcPct val="100000"/>
              </a:lnSpc>
              <a:spcBef>
                <a:spcPts val="1001"/>
              </a:spcBef>
              <a:buSzPct val="100000"/>
              <a:buBlip>
                <a:blip r:embed="rId6"/>
              </a:buBlip>
              <a:tabLst>
                <a:tab pos="0" algn="l"/>
              </a:tabLst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1pPr>
            <a:lvl2pPr lvl="1" algn="l" defTabSz="914040">
              <a:lnSpc>
                <a:spcPct val="100000"/>
              </a:lnSpc>
              <a:spcBef>
                <a:spcPts val="1001"/>
              </a:spcBef>
              <a:buSzPct val="100000"/>
              <a:buBlip>
                <a:blip r:embed="rId7"/>
              </a:buBlip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2pPr>
            <a:lvl3pPr lvl="2" algn="l" defTabSz="914040">
              <a:lnSpc>
                <a:spcPct val="100000"/>
              </a:lnSpc>
              <a:spcBef>
                <a:spcPts val="1001"/>
              </a:spcBef>
              <a:buSzPct val="100000"/>
              <a:buBlip>
                <a:blip r:embed="rId8"/>
              </a:buBlip>
              <a:tabLst>
                <a:tab pos="0" algn="l"/>
              </a:tabLst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3pPr>
            <a:lvl4pPr lvl="3" algn="l" defTabSz="914040">
              <a:lnSpc>
                <a:spcPct val="100000"/>
              </a:lnSpc>
              <a:spcBef>
                <a:spcPts val="1001"/>
              </a:spcBef>
              <a:buSzPct val="100000"/>
              <a:buBlip>
                <a:blip r:embed="rId9"/>
              </a:buBlip>
              <a:tabLst>
                <a:tab pos="0" algn="l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4pPr>
            <a:lvl5pPr lvl="4" algn="l" defTabSz="914040">
              <a:lnSpc>
                <a:spcPct val="100000"/>
              </a:lnSpc>
              <a:spcBef>
                <a:spcPts val="1001"/>
              </a:spcBef>
              <a:buSzPct val="100000"/>
              <a:buBlip>
                <a:blip r:embed="rId10"/>
              </a:buBlip>
              <a:tabLst>
                <a:tab pos="0" algn="l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5pPr>
          </a:lstStyle>
          <a:p>
            <a:pPr marL="272880" indent="-263520" algn="l" defTabSz="914040">
              <a:lnSpc>
                <a:spcPct val="100000"/>
              </a:lnSpc>
              <a:spcBef>
                <a:spcPts val="1001"/>
              </a:spcBef>
              <a:buSzPct val="100000"/>
              <a:buBlip>
                <a:blip r:embed="rId11"/>
              </a:buBlip>
              <a:tabLst>
                <a:tab pos="0" algn="l"/>
              </a:tabLst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Mastertextformat bearbeiten</a:t>
            </a:r>
            <a:endParaRPr lang="de-DE" sz="2400" b="0" u="none" strike="noStrike">
              <a:solidFill>
                <a:srgbClr val="101010"/>
              </a:solidFill>
              <a:effectLst/>
              <a:uFillTx/>
              <a:latin typeface="Rubik SemiBold"/>
            </a:endParaRPr>
          </a:p>
          <a:p>
            <a:pPr marL="272880" lvl="1" indent="-263520" algn="l" defTabSz="914040">
              <a:lnSpc>
                <a:spcPct val="100000"/>
              </a:lnSpc>
              <a:spcBef>
                <a:spcPts val="1001"/>
              </a:spcBef>
              <a:buSzPct val="100000"/>
              <a:buBlip>
                <a:blip r:embed="rId12"/>
              </a:buBlip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Zweite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272880" lvl="2" indent="-263520" algn="l" defTabSz="914040">
              <a:lnSpc>
                <a:spcPct val="100000"/>
              </a:lnSpc>
              <a:spcBef>
                <a:spcPts val="1001"/>
              </a:spcBef>
              <a:buSzPct val="100000"/>
              <a:buBlip>
                <a:blip r:embed="rId13"/>
              </a:buBlip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Dritte Ebene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272880" lvl="3" indent="-263520" algn="l" defTabSz="914040">
              <a:lnSpc>
                <a:spcPct val="100000"/>
              </a:lnSpc>
              <a:spcBef>
                <a:spcPts val="1001"/>
              </a:spcBef>
              <a:buSzPct val="100000"/>
              <a:buBlip>
                <a:blip r:embed="rId14"/>
              </a:buBlip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Vierte Ebene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272880" lvl="4" indent="-263520" algn="l" defTabSz="914040">
              <a:lnSpc>
                <a:spcPct val="100000"/>
              </a:lnSpc>
              <a:spcBef>
                <a:spcPts val="1001"/>
              </a:spcBef>
              <a:buSzPct val="100000"/>
              <a:buBlip>
                <a:blip r:embed="rId15"/>
              </a:buBlip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Fünfte Ebene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</p:txBody>
      </p:sp>
      <p:sp>
        <p:nvSpPr>
          <p:cNvPr id="23" name="Slide Number Placeholder 5"/>
          <p:cNvSpPr/>
          <p:nvPr/>
        </p:nvSpPr>
        <p:spPr>
          <a:xfrm>
            <a:off x="11547720" y="6444000"/>
            <a:ext cx="375480" cy="1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0840" tIns="30600" rIns="60840" bIns="30600" anchor="ctr">
            <a:noAutofit/>
          </a:bodyPr>
          <a:p>
            <a:pPr algn="r" defTabSz="914400">
              <a:lnSpc>
                <a:spcPct val="100000"/>
              </a:lnSpc>
            </a:pPr>
            <a:fld id="{131547CF-E7A4-4202-BEAE-7D73CCEE1081}" type="slidenum">
              <a:rPr lang="en-US" sz="800" b="1" u="none" strike="noStrike">
                <a:solidFill>
                  <a:srgbClr val="101010"/>
                </a:solidFill>
                <a:effectLst/>
                <a:uFillTx/>
                <a:latin typeface="Rubik SemiBold"/>
              </a:rPr>
              <a:t>&lt;Foliennummer&gt;</a:t>
            </a:fld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 hasCustomPrompt="1"/>
          </p:nvPr>
        </p:nvSpPr>
        <p:spPr>
          <a:xfrm>
            <a:off x="1944720" y="520920"/>
            <a:ext cx="8302320" cy="1139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 defTabSz="914040">
              <a:lnSpc>
                <a:spcPct val="10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rgbClr val="101010"/>
                </a:solidFill>
                <a:effectLst/>
                <a:uFillTx/>
                <a:latin typeface="Rubik SemiBold"/>
              </a:defRPr>
            </a:lvl1pPr>
          </a:lstStyle>
          <a:p>
            <a:pPr indent="0" algn="ctr" defTabSz="91404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rgbClr val="101010"/>
                </a:solidFill>
                <a:effectLst/>
                <a:uFillTx/>
                <a:latin typeface="Rubik SemiBold"/>
              </a:rPr>
              <a:t>Das ist eine </a:t>
            </a:r>
            <a:br>
              <a:rPr sz="3600"/>
            </a:br>
            <a:r>
              <a:rPr lang="de-DE" sz="3600" b="0" u="none" strike="noStrike">
                <a:solidFill>
                  <a:srgbClr val="101010"/>
                </a:solidFill>
                <a:effectLst/>
                <a:uFillTx/>
                <a:latin typeface="Rubik SemiBold"/>
              </a:rPr>
              <a:t>zweizeilige Headline</a:t>
            </a:r>
            <a:endParaRPr lang="de-DE" sz="3600" b="0" u="none" strike="noStrike">
              <a:solidFill>
                <a:srgbClr val="101010"/>
              </a:solidFill>
              <a:effectLst/>
              <a:uFillTx/>
              <a:latin typeface="Rubik SemiBold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Überschrift (1-zeilig) + 3x 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body"/>
          </p:nvPr>
        </p:nvSpPr>
        <p:spPr>
          <a:xfrm>
            <a:off x="1944720" y="1603080"/>
            <a:ext cx="2562120" cy="3963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040">
              <a:lnSpc>
                <a:spcPct val="100000"/>
              </a:lnSpc>
              <a:spcBef>
                <a:spcPts val="1001"/>
              </a:spcBef>
              <a:buSzPct val="100051"/>
              <a:buBlip>
                <a:blip r:embed="rId2"/>
              </a:buBlip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1pPr>
            <a:lvl2pPr lvl="1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2pPr>
            <a:lvl3pPr lvl="2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Wingdings" charset="2"/>
              <a:buChar char=""/>
              <a:defRPr lang="de-DE" sz="10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3pPr>
            <a:lvl4pPr lvl="3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Symbol" charset="2"/>
              <a:buChar char=""/>
              <a:defRPr lang="de-DE" sz="9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4pPr>
            <a:lvl5pPr lvl="4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defRPr lang="de-DE" sz="9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5pPr>
          </a:lstStyle>
          <a:p>
            <a:pPr marL="228600" indent="-228600" algn="l" defTabSz="914040">
              <a:lnSpc>
                <a:spcPct val="100000"/>
              </a:lnSpc>
              <a:spcBef>
                <a:spcPts val="1001"/>
              </a:spcBef>
              <a:buSzPct val="100051"/>
              <a:buBlip>
                <a:blip r:embed="rId3"/>
              </a:buBlip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Mastertextformat bearbeiten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497520" lvl="1" indent="-15624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Zweite Ebene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780840" lvl="2" indent="-15624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Wingdings" charset="2"/>
              <a:buChar char=""/>
            </a:pPr>
            <a:r>
              <a:rPr lang="de-DE" sz="10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Dritte Ebene</a:t>
            </a:r>
            <a:endParaRPr lang="en-US" sz="10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1008000" lvl="3" indent="-13500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Symbol" charset="2"/>
              <a:buChar char=""/>
            </a:pPr>
            <a:r>
              <a:rPr lang="de-DE" sz="9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Vierte Ebene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1230120" lvl="4" indent="-13500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</a:pPr>
            <a:r>
              <a:rPr lang="de-DE" sz="9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Fünfte Ebene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</p:txBody>
      </p:sp>
      <p:pic>
        <p:nvPicPr>
          <p:cNvPr id="26" name="Grafik 9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458720" y="65160"/>
            <a:ext cx="1619280" cy="590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PlaceHolder 2"/>
          <p:cNvSpPr>
            <a:spLocks noGrp="1"/>
          </p:cNvSpPr>
          <p:nvPr>
            <p:ph type="body" hasCustomPrompt="1"/>
          </p:nvPr>
        </p:nvSpPr>
        <p:spPr>
          <a:xfrm>
            <a:off x="280080" y="263520"/>
            <a:ext cx="5815800" cy="210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04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1200" b="1" u="none" strike="noStrike">
                <a:solidFill>
                  <a:srgbClr val="101010"/>
                </a:solidFill>
                <a:effectLst/>
                <a:uFillTx/>
                <a:latin typeface="Rubik SemiBold"/>
              </a:defRPr>
            </a:lvl1pPr>
          </a:lstStyle>
          <a:p>
            <a:pPr indent="0" algn="l" defTabSz="91404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200" b="1" u="none" strike="noStrike">
                <a:solidFill>
                  <a:srgbClr val="101010"/>
                </a:solidFill>
                <a:effectLst/>
                <a:uFillTx/>
                <a:latin typeface="Rubik SemiBold"/>
              </a:rPr>
              <a:t>Kapitel hinzufügen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 hasCustomPrompt="1"/>
          </p:nvPr>
        </p:nvSpPr>
        <p:spPr>
          <a:xfrm>
            <a:off x="1944720" y="520920"/>
            <a:ext cx="8302320" cy="590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 defTabSz="914040">
              <a:lnSpc>
                <a:spcPct val="10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rgbClr val="101010"/>
                </a:solidFill>
                <a:effectLst/>
                <a:uFillTx/>
                <a:latin typeface="Rubik SemiBold"/>
              </a:defRPr>
            </a:lvl1pPr>
          </a:lstStyle>
          <a:p>
            <a:pPr indent="0" algn="ctr" defTabSz="91404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rgbClr val="101010"/>
                </a:solidFill>
                <a:effectLst/>
                <a:uFillTx/>
                <a:latin typeface="Rubik SemiBold"/>
              </a:rPr>
              <a:t>Das ist eine einzeilige Headline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</p:txBody>
      </p:sp>
      <p:sp>
        <p:nvSpPr>
          <p:cNvPr id="29" name="Slide Number Placeholder 5"/>
          <p:cNvSpPr/>
          <p:nvPr/>
        </p:nvSpPr>
        <p:spPr>
          <a:xfrm>
            <a:off x="11547720" y="6444000"/>
            <a:ext cx="375480" cy="1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0840" tIns="30600" rIns="60840" bIns="30600" anchor="ctr">
            <a:noAutofit/>
          </a:bodyPr>
          <a:p>
            <a:pPr algn="r" defTabSz="914400">
              <a:lnSpc>
                <a:spcPct val="100000"/>
              </a:lnSpc>
            </a:pPr>
            <a:fld id="{736526B7-4FA9-4ED6-AFF1-C8DF53AD585E}" type="slidenum">
              <a:rPr lang="en-US" sz="800" b="1" u="none" strike="noStrike">
                <a:solidFill>
                  <a:srgbClr val="101010"/>
                </a:solidFill>
                <a:effectLst/>
                <a:uFillTx/>
                <a:latin typeface="Rubik SemiBold"/>
              </a:rPr>
              <a:t>&lt;Foliennummer&gt;</a:t>
            </a:fld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4815720" y="1603080"/>
            <a:ext cx="2562120" cy="3963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040">
              <a:lnSpc>
                <a:spcPct val="100000"/>
              </a:lnSpc>
              <a:spcBef>
                <a:spcPts val="1001"/>
              </a:spcBef>
              <a:buSzPct val="100051"/>
              <a:buBlip>
                <a:blip r:embed="rId6"/>
              </a:buBlip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1pPr>
            <a:lvl2pPr lvl="1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2pPr>
            <a:lvl3pPr lvl="2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Wingdings" charset="2"/>
              <a:buChar char=""/>
              <a:tabLst>
                <a:tab pos="0" algn="l"/>
              </a:tabLst>
              <a:defRPr lang="de-DE" sz="10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3pPr>
            <a:lvl4pPr lvl="3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Symbol" charset="2"/>
              <a:buChar char=""/>
              <a:tabLst>
                <a:tab pos="0" algn="l"/>
              </a:tabLst>
              <a:defRPr lang="de-DE" sz="9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4pPr>
            <a:lvl5pPr lvl="4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  <a:defRPr lang="de-DE" sz="9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5pPr>
          </a:lstStyle>
          <a:p>
            <a:pPr marL="228600" indent="-228600" algn="l" defTabSz="914040">
              <a:lnSpc>
                <a:spcPct val="100000"/>
              </a:lnSpc>
              <a:spcBef>
                <a:spcPts val="1001"/>
              </a:spcBef>
              <a:buSzPct val="100051"/>
              <a:buBlip>
                <a:blip r:embed="rId7"/>
              </a:buBlip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Mastertextformat bearbeiten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497520" lvl="1" indent="-15624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Zweite Ebene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780840" lvl="2" indent="-15624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0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Dritte Ebene</a:t>
            </a:r>
            <a:endParaRPr lang="en-US" sz="10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1008000" lvl="3" indent="-13500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Symbol" charset="2"/>
              <a:buChar char=""/>
              <a:tabLst>
                <a:tab pos="0" algn="l"/>
              </a:tabLst>
            </a:pPr>
            <a:r>
              <a:rPr lang="de-DE" sz="9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Vierte Ebene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1230120" lvl="4" indent="-13500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</a:pPr>
            <a:r>
              <a:rPr lang="de-DE" sz="9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Fünfte Ebene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7687080" y="1603080"/>
            <a:ext cx="2562120" cy="3963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040">
              <a:lnSpc>
                <a:spcPct val="100000"/>
              </a:lnSpc>
              <a:spcBef>
                <a:spcPts val="1001"/>
              </a:spcBef>
              <a:buSzPct val="100051"/>
              <a:buBlip>
                <a:blip r:embed="rId8"/>
              </a:buBlip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1pPr>
            <a:lvl2pPr lvl="1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2pPr>
            <a:lvl3pPr lvl="2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Wingdings" charset="2"/>
              <a:buChar char=""/>
              <a:tabLst>
                <a:tab pos="0" algn="l"/>
              </a:tabLst>
              <a:defRPr lang="de-DE" sz="10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3pPr>
            <a:lvl4pPr lvl="3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Symbol" charset="2"/>
              <a:buChar char=""/>
              <a:tabLst>
                <a:tab pos="0" algn="l"/>
              </a:tabLst>
              <a:defRPr lang="de-DE" sz="9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4pPr>
            <a:lvl5pPr lvl="4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  <a:defRPr lang="de-DE" sz="9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5pPr>
          </a:lstStyle>
          <a:p>
            <a:pPr marL="228600" indent="-228600" algn="l" defTabSz="914040">
              <a:lnSpc>
                <a:spcPct val="100000"/>
              </a:lnSpc>
              <a:spcBef>
                <a:spcPts val="1001"/>
              </a:spcBef>
              <a:buSzPct val="100051"/>
              <a:buBlip>
                <a:blip r:embed="rId9"/>
              </a:buBlip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Mastertextformat bearbeiten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497520" lvl="1" indent="-15624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Zweite Ebene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780840" lvl="2" indent="-15624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0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Dritte Ebene</a:t>
            </a:r>
            <a:endParaRPr lang="en-US" sz="10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1008000" lvl="3" indent="-13500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Symbol" charset="2"/>
              <a:buChar char=""/>
              <a:tabLst>
                <a:tab pos="0" algn="l"/>
              </a:tabLst>
            </a:pPr>
            <a:r>
              <a:rPr lang="de-DE" sz="9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Vierte Ebene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1230120" lvl="4" indent="-13500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</a:pPr>
            <a:r>
              <a:rPr lang="de-DE" sz="9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Fünfte Ebene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Überschrift (2-zeilig) + 3x 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body"/>
          </p:nvPr>
        </p:nvSpPr>
        <p:spPr>
          <a:xfrm>
            <a:off x="1944720" y="2156400"/>
            <a:ext cx="2562120" cy="3963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040">
              <a:lnSpc>
                <a:spcPct val="100000"/>
              </a:lnSpc>
              <a:spcBef>
                <a:spcPts val="1001"/>
              </a:spcBef>
              <a:buSzPct val="100051"/>
              <a:buBlip>
                <a:blip r:embed="rId2"/>
              </a:buBlip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1pPr>
            <a:lvl2pPr lvl="1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2pPr>
            <a:lvl3pPr lvl="2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Wingdings" charset="2"/>
              <a:buChar char=""/>
              <a:defRPr lang="de-DE" sz="10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3pPr>
            <a:lvl4pPr lvl="3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Symbol" charset="2"/>
              <a:buChar char=""/>
              <a:defRPr lang="de-DE" sz="9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4pPr>
            <a:lvl5pPr lvl="4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defRPr lang="de-DE" sz="9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5pPr>
          </a:lstStyle>
          <a:p>
            <a:pPr marL="228600" indent="-228600" algn="l" defTabSz="914040">
              <a:lnSpc>
                <a:spcPct val="100000"/>
              </a:lnSpc>
              <a:spcBef>
                <a:spcPts val="1001"/>
              </a:spcBef>
              <a:buSzPct val="100051"/>
              <a:buBlip>
                <a:blip r:embed="rId3"/>
              </a:buBlip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Mastertextformat bearbeiten</a:t>
            </a:r>
            <a:endParaRPr lang="en-US" sz="1600" b="0" u="none" strike="noStrike">
              <a:solidFill>
                <a:srgbClr val="101010"/>
              </a:solidFill>
              <a:effectLst/>
              <a:uFillTx/>
              <a:latin typeface="Rubik SemiBold"/>
            </a:endParaRPr>
          </a:p>
          <a:p>
            <a:pPr marL="497520" lvl="1" indent="-15624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Zweite Ebene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780840" lvl="2" indent="-15624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Wingdings" charset="2"/>
              <a:buChar char=""/>
            </a:pPr>
            <a:r>
              <a:rPr lang="de-DE" sz="10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Dritte Ebene</a:t>
            </a:r>
            <a:endParaRPr lang="en-US" sz="10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1008000" lvl="3" indent="-13500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Symbol" charset="2"/>
              <a:buChar char=""/>
            </a:pPr>
            <a:r>
              <a:rPr lang="de-DE" sz="9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Vierte Ebene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1230120" lvl="4" indent="-13500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</a:pPr>
            <a:r>
              <a:rPr lang="de-DE" sz="9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Fünfte Ebene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</p:txBody>
      </p:sp>
      <p:pic>
        <p:nvPicPr>
          <p:cNvPr id="33" name="Grafik 3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458720" y="65160"/>
            <a:ext cx="1619280" cy="590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PlaceHolder 2"/>
          <p:cNvSpPr>
            <a:spLocks noGrp="1"/>
          </p:cNvSpPr>
          <p:nvPr>
            <p:ph type="body" hasCustomPrompt="1"/>
          </p:nvPr>
        </p:nvSpPr>
        <p:spPr>
          <a:xfrm>
            <a:off x="280080" y="263520"/>
            <a:ext cx="5815800" cy="210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04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1200" b="1" u="none" strike="noStrike">
                <a:solidFill>
                  <a:srgbClr val="101010"/>
                </a:solidFill>
                <a:effectLst/>
                <a:uFillTx/>
                <a:latin typeface="Rubik SemiBold"/>
              </a:defRPr>
            </a:lvl1pPr>
          </a:lstStyle>
          <a:p>
            <a:pPr indent="0" algn="l" defTabSz="91404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200" b="1" u="none" strike="noStrike">
                <a:solidFill>
                  <a:srgbClr val="101010"/>
                </a:solidFill>
                <a:effectLst/>
                <a:uFillTx/>
                <a:latin typeface="Rubik SemiBold"/>
              </a:rPr>
              <a:t>Kapitel hinzufügen</a:t>
            </a:r>
            <a:endParaRPr lang="en-US" sz="1200" b="0" u="none" strike="noStrike">
              <a:solidFill>
                <a:srgbClr val="101010"/>
              </a:solidFill>
              <a:effectLst/>
              <a:uFillTx/>
              <a:latin typeface="Rubik SemiBold"/>
            </a:endParaRPr>
          </a:p>
        </p:txBody>
      </p:sp>
      <p:sp>
        <p:nvSpPr>
          <p:cNvPr id="35" name="Slide Number Placeholder 5"/>
          <p:cNvSpPr/>
          <p:nvPr/>
        </p:nvSpPr>
        <p:spPr>
          <a:xfrm>
            <a:off x="11547720" y="6444000"/>
            <a:ext cx="375480" cy="1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0840" tIns="30600" rIns="60840" bIns="30600" anchor="ctr">
            <a:noAutofit/>
          </a:bodyPr>
          <a:p>
            <a:pPr algn="r" defTabSz="914400">
              <a:lnSpc>
                <a:spcPct val="100000"/>
              </a:lnSpc>
            </a:pPr>
            <a:fld id="{82F4496F-E9D9-46F8-A9E3-C7390F8CBA88}" type="slidenum">
              <a:rPr lang="en-US" sz="800" b="1" u="none" strike="noStrike">
                <a:solidFill>
                  <a:srgbClr val="101010"/>
                </a:solidFill>
                <a:effectLst/>
                <a:uFillTx/>
                <a:latin typeface="Rubik SemiBold"/>
              </a:rPr>
              <a:t>&lt;Foliennummer&gt;</a:t>
            </a:fld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815720" y="2156400"/>
            <a:ext cx="2562120" cy="3963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040">
              <a:lnSpc>
                <a:spcPct val="100000"/>
              </a:lnSpc>
              <a:spcBef>
                <a:spcPts val="1001"/>
              </a:spcBef>
              <a:buSzPct val="100051"/>
              <a:buBlip>
                <a:blip r:embed="rId6"/>
              </a:buBlip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1pPr>
            <a:lvl2pPr lvl="1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2pPr>
            <a:lvl3pPr lvl="2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Wingdings" charset="2"/>
              <a:buChar char=""/>
              <a:tabLst>
                <a:tab pos="0" algn="l"/>
              </a:tabLst>
              <a:defRPr lang="de-DE" sz="10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3pPr>
            <a:lvl4pPr lvl="3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Symbol" charset="2"/>
              <a:buChar char=""/>
              <a:tabLst>
                <a:tab pos="0" algn="l"/>
              </a:tabLst>
              <a:defRPr lang="de-DE" sz="9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4pPr>
            <a:lvl5pPr lvl="4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  <a:defRPr lang="de-DE" sz="9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5pPr>
          </a:lstStyle>
          <a:p>
            <a:pPr marL="228600" indent="-228600" algn="l" defTabSz="914040">
              <a:lnSpc>
                <a:spcPct val="100000"/>
              </a:lnSpc>
              <a:spcBef>
                <a:spcPts val="1001"/>
              </a:spcBef>
              <a:buSzPct val="100051"/>
              <a:buBlip>
                <a:blip r:embed="rId7"/>
              </a:buBlip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Mastertextformat bearbeiten</a:t>
            </a:r>
            <a:endParaRPr lang="en-US" sz="1600" b="0" u="none" strike="noStrike">
              <a:solidFill>
                <a:srgbClr val="101010"/>
              </a:solidFill>
              <a:effectLst/>
              <a:uFillTx/>
              <a:latin typeface="Rubik SemiBold"/>
            </a:endParaRPr>
          </a:p>
          <a:p>
            <a:pPr marL="497520" lvl="1" indent="-15624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Zweite Ebene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780840" lvl="2" indent="-15624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0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Dritte Ebene</a:t>
            </a:r>
            <a:endParaRPr lang="en-US" sz="10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1008000" lvl="3" indent="-13500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Symbol" charset="2"/>
              <a:buChar char=""/>
              <a:tabLst>
                <a:tab pos="0" algn="l"/>
              </a:tabLst>
            </a:pPr>
            <a:r>
              <a:rPr lang="de-DE" sz="9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Vierte Ebene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1230120" lvl="4" indent="-13500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</a:pPr>
            <a:r>
              <a:rPr lang="de-DE" sz="9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Fünfte Ebene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7687080" y="2156400"/>
            <a:ext cx="2562120" cy="3963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040">
              <a:lnSpc>
                <a:spcPct val="100000"/>
              </a:lnSpc>
              <a:spcBef>
                <a:spcPts val="1001"/>
              </a:spcBef>
              <a:buSzPct val="100051"/>
              <a:buBlip>
                <a:blip r:embed="rId8"/>
              </a:buBlip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1pPr>
            <a:lvl2pPr lvl="1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2pPr>
            <a:lvl3pPr lvl="2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Wingdings" charset="2"/>
              <a:buChar char=""/>
              <a:tabLst>
                <a:tab pos="0" algn="l"/>
              </a:tabLst>
              <a:defRPr lang="de-DE" sz="10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3pPr>
            <a:lvl4pPr lvl="3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Symbol" charset="2"/>
              <a:buChar char=""/>
              <a:tabLst>
                <a:tab pos="0" algn="l"/>
              </a:tabLst>
              <a:defRPr lang="de-DE" sz="9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4pPr>
            <a:lvl5pPr lvl="4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  <a:defRPr lang="de-DE" sz="9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5pPr>
          </a:lstStyle>
          <a:p>
            <a:pPr marL="228600" indent="-228600" algn="l" defTabSz="914040">
              <a:lnSpc>
                <a:spcPct val="100000"/>
              </a:lnSpc>
              <a:spcBef>
                <a:spcPts val="1001"/>
              </a:spcBef>
              <a:buSzPct val="100051"/>
              <a:buBlip>
                <a:blip r:embed="rId9"/>
              </a:buBlip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Mastertextformat bearbeiten</a:t>
            </a:r>
            <a:endParaRPr lang="en-US" sz="1600" b="0" u="none" strike="noStrike">
              <a:solidFill>
                <a:srgbClr val="101010"/>
              </a:solidFill>
              <a:effectLst/>
              <a:uFillTx/>
              <a:latin typeface="Rubik SemiBold"/>
            </a:endParaRPr>
          </a:p>
          <a:p>
            <a:pPr marL="497520" lvl="1" indent="-15624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Zweite Ebene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780840" lvl="2" indent="-15624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0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Dritte Ebene</a:t>
            </a:r>
            <a:endParaRPr lang="en-US" sz="10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1008000" lvl="3" indent="-13500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Symbol" charset="2"/>
              <a:buChar char=""/>
              <a:tabLst>
                <a:tab pos="0" algn="l"/>
              </a:tabLst>
            </a:pPr>
            <a:r>
              <a:rPr lang="de-DE" sz="9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Vierte Ebene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1230120" lvl="4" indent="-13500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</a:pPr>
            <a:r>
              <a:rPr lang="de-DE" sz="9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Fünfte Ebene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 hasCustomPrompt="1"/>
          </p:nvPr>
        </p:nvSpPr>
        <p:spPr>
          <a:xfrm>
            <a:off x="1944720" y="520920"/>
            <a:ext cx="8302320" cy="1139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 defTabSz="914040">
              <a:lnSpc>
                <a:spcPct val="10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rgbClr val="101010"/>
                </a:solidFill>
                <a:effectLst/>
                <a:uFillTx/>
                <a:latin typeface="Rubik SemiBold"/>
              </a:defRPr>
            </a:lvl1pPr>
          </a:lstStyle>
          <a:p>
            <a:pPr indent="0" algn="ctr" defTabSz="91404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rgbClr val="101010"/>
                </a:solidFill>
                <a:effectLst/>
                <a:uFillTx/>
                <a:latin typeface="Rubik SemiBold"/>
              </a:rPr>
              <a:t>Das ist eine </a:t>
            </a:r>
            <a:br>
              <a:rPr sz="3600"/>
            </a:br>
            <a:r>
              <a:rPr lang="de-DE" sz="3600" b="0" u="none" strike="noStrike">
                <a:solidFill>
                  <a:srgbClr val="101010"/>
                </a:solidFill>
                <a:effectLst/>
                <a:uFillTx/>
                <a:latin typeface="Rubik SemiBold"/>
              </a:rPr>
              <a:t>zweizeilige Headline</a:t>
            </a:r>
            <a:endParaRPr lang="en-US" sz="3600" b="0" u="none" strike="noStrike">
              <a:solidFill>
                <a:srgbClr val="101010"/>
              </a:solidFill>
              <a:effectLst/>
              <a:uFillTx/>
              <a:latin typeface="Rubik SemiBold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50/50 Bild + 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rafik 3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458720" y="65160"/>
            <a:ext cx="1619280" cy="590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PlaceHolder 1"/>
          <p:cNvSpPr>
            <a:spLocks noGrp="1"/>
          </p:cNvSpPr>
          <p:nvPr>
            <p:ph type="body" hasCustomPrompt="1"/>
          </p:nvPr>
        </p:nvSpPr>
        <p:spPr>
          <a:xfrm>
            <a:off x="6481440" y="709920"/>
            <a:ext cx="5382360" cy="210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04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1200" b="1" u="none" strike="noStrike">
                <a:solidFill>
                  <a:srgbClr val="101010"/>
                </a:solidFill>
                <a:effectLst/>
                <a:uFillTx/>
                <a:latin typeface="Rubik SemiBold"/>
              </a:defRPr>
            </a:lvl1pPr>
          </a:lstStyle>
          <a:p>
            <a:pPr indent="0" algn="l" defTabSz="91404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200" b="1" u="none" strike="noStrike">
                <a:solidFill>
                  <a:srgbClr val="101010"/>
                </a:solidFill>
                <a:effectLst/>
                <a:uFillTx/>
                <a:latin typeface="Rubik SemiBold"/>
              </a:rPr>
              <a:t>Kapitel hinzufügen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6481440" y="1045440"/>
            <a:ext cx="5382360" cy="590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040">
              <a:lnSpc>
                <a:spcPct val="10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rgbClr val="101010"/>
                </a:solidFill>
                <a:effectLst/>
                <a:uFillTx/>
                <a:latin typeface="Rubik SemiBold"/>
              </a:defRPr>
            </a:lvl1pPr>
          </a:lstStyle>
          <a:p>
            <a:pPr indent="0" algn="l" defTabSz="91404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rgbClr val="101010"/>
                </a:solidFill>
                <a:effectLst/>
                <a:uFillTx/>
                <a:latin typeface="Rubik SemiBold"/>
              </a:rPr>
              <a:t>Mastertextformat bearbeiten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6481440" y="1920240"/>
            <a:ext cx="5382360" cy="4059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040">
              <a:lnSpc>
                <a:spcPct val="100000"/>
              </a:lnSpc>
              <a:spcBef>
                <a:spcPts val="1001"/>
              </a:spcBef>
              <a:buSzPct val="100000"/>
              <a:buBlip>
                <a:blip r:embed="rId4"/>
              </a:buBlip>
              <a:tabLst>
                <a:tab pos="0" algn="l"/>
              </a:tabLst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1pPr>
            <a:lvl2pPr lvl="1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2pPr>
            <a:lvl3pPr lvl="2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Wingdings" charset="2"/>
              <a:buChar char=""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3pPr>
            <a:lvl4pPr lvl="3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Symbol" charset="2"/>
              <a:buChar char=""/>
              <a:tabLst>
                <a:tab pos="0" algn="l"/>
              </a:tabLst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4pPr>
            <a:lvl5pPr lvl="4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5pPr>
          </a:lstStyle>
          <a:p>
            <a:pPr marL="228600" indent="-228600" algn="l" defTabSz="914040">
              <a:lnSpc>
                <a:spcPct val="100000"/>
              </a:lnSpc>
              <a:spcBef>
                <a:spcPts val="1001"/>
              </a:spcBef>
              <a:buSzPct val="100000"/>
              <a:buBlip>
                <a:blip r:embed="rId5"/>
              </a:buBlip>
              <a:tabLst>
                <a:tab pos="0" algn="l"/>
              </a:tabLst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Mastertextformat bearbeiten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685800" lvl="1" indent="-22860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Zweite Ebene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1142640" lvl="2" indent="-22860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Dritte Ebene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1599840" lvl="3" indent="-22860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Symbol" charset="2"/>
              <a:buChar char="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Vierte Ebene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2057040" lvl="4" indent="-22860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Fünfte Ebene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body" hasCustomPrompt="1"/>
          </p:nvPr>
        </p:nvSpPr>
        <p:spPr>
          <a:xfrm>
            <a:off x="0" y="0"/>
            <a:ext cx="6095520" cy="685764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txBody>
          <a:bodyPr lIns="3047760" tIns="0" rIns="3047760" bIns="216000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Hier durch Klick auf das Icon ein Bild hinzufügen.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</p:txBody>
      </p:sp>
      <p:sp>
        <p:nvSpPr>
          <p:cNvPr id="44" name="Slide Number Placeholder 5"/>
          <p:cNvSpPr/>
          <p:nvPr/>
        </p:nvSpPr>
        <p:spPr>
          <a:xfrm>
            <a:off x="11547720" y="6444000"/>
            <a:ext cx="375480" cy="1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0840" tIns="30600" rIns="60840" bIns="30600" anchor="ctr">
            <a:noAutofit/>
          </a:bodyPr>
          <a:p>
            <a:pPr algn="r" defTabSz="914400">
              <a:lnSpc>
                <a:spcPct val="100000"/>
              </a:lnSpc>
            </a:pPr>
            <a:fld id="{5312F64D-5765-4A78-A245-D6A432B5A07C}" type="slidenum">
              <a:rPr lang="en-US" sz="800" b="1" u="none" strike="noStrike">
                <a:solidFill>
                  <a:srgbClr val="101010"/>
                </a:solidFill>
                <a:effectLst/>
                <a:uFillTx/>
                <a:latin typeface="Rubik SemiBold"/>
              </a:rPr>
              <a:t>&lt;Foliennummer&gt;</a:t>
            </a:fld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 des Titeltextes durch Klicken bearbeiten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x Bild +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rafik 9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458720" y="65160"/>
            <a:ext cx="1619280" cy="590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PlaceHolder 1"/>
          <p:cNvSpPr>
            <a:spLocks noGrp="1"/>
          </p:cNvSpPr>
          <p:nvPr>
            <p:ph type="body" hasCustomPrompt="1"/>
          </p:nvPr>
        </p:nvSpPr>
        <p:spPr>
          <a:xfrm>
            <a:off x="280080" y="263520"/>
            <a:ext cx="5815800" cy="20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04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1200" b="1" u="none" strike="noStrike">
                <a:solidFill>
                  <a:srgbClr val="101010"/>
                </a:solidFill>
                <a:effectLst/>
                <a:uFillTx/>
                <a:latin typeface="Rubik SemiBold"/>
              </a:defRPr>
            </a:lvl1pPr>
          </a:lstStyle>
          <a:p>
            <a:pPr indent="0" algn="l" defTabSz="91404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200" b="1" u="none" strike="noStrike">
                <a:solidFill>
                  <a:srgbClr val="101010"/>
                </a:solidFill>
                <a:effectLst/>
                <a:uFillTx/>
                <a:latin typeface="Rubik SemiBold"/>
              </a:rPr>
              <a:t>Kapitel hinzufügen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</p:txBody>
      </p:sp>
      <p:sp>
        <p:nvSpPr>
          <p:cNvPr id="48" name="Slide Number Placeholder 5"/>
          <p:cNvSpPr/>
          <p:nvPr/>
        </p:nvSpPr>
        <p:spPr>
          <a:xfrm>
            <a:off x="11547720" y="6444000"/>
            <a:ext cx="375480" cy="1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0840" tIns="30600" rIns="60840" bIns="30600" anchor="ctr">
            <a:noAutofit/>
          </a:bodyPr>
          <a:p>
            <a:pPr algn="r" defTabSz="914400">
              <a:lnSpc>
                <a:spcPct val="100000"/>
              </a:lnSpc>
            </a:pPr>
            <a:fld id="{35F10E8F-27FB-4122-A185-BE8D2038B57A}" type="slidenum">
              <a:rPr lang="en-US" sz="800" b="1" u="none" strike="noStrike">
                <a:solidFill>
                  <a:srgbClr val="101010"/>
                </a:solidFill>
                <a:effectLst/>
                <a:uFillTx/>
                <a:latin typeface="Rubik SemiBold"/>
              </a:rPr>
              <a:t>&lt;Foliennummer&gt;</a:t>
            </a:fld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 hasCustomPrompt="1"/>
          </p:nvPr>
        </p:nvSpPr>
        <p:spPr>
          <a:xfrm>
            <a:off x="1944720" y="520920"/>
            <a:ext cx="8302320" cy="590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 defTabSz="914040">
              <a:lnSpc>
                <a:spcPct val="10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rgbClr val="101010"/>
                </a:solidFill>
                <a:effectLst/>
                <a:uFillTx/>
                <a:latin typeface="Rubik SemiBold"/>
              </a:defRPr>
            </a:lvl1pPr>
          </a:lstStyle>
          <a:p>
            <a:pPr indent="0" algn="ctr" defTabSz="91404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rgbClr val="101010"/>
                </a:solidFill>
                <a:effectLst/>
                <a:uFillTx/>
                <a:latin typeface="Rubik SemiBold"/>
              </a:rPr>
              <a:t>Das ist eine Headline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2521800" y="4152600"/>
            <a:ext cx="3226680" cy="1975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040">
              <a:lnSpc>
                <a:spcPct val="100000"/>
              </a:lnSpc>
              <a:spcBef>
                <a:spcPts val="1001"/>
              </a:spcBef>
              <a:buSzPct val="100051"/>
              <a:buBlip>
                <a:blip r:embed="rId4"/>
              </a:buBlip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1pPr>
            <a:lvl2pPr lvl="1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2pPr>
            <a:lvl3pPr lvl="2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Wingdings" charset="2"/>
              <a:buChar char=""/>
              <a:tabLst>
                <a:tab pos="0" algn="l"/>
              </a:tabLst>
              <a:defRPr lang="de-DE" sz="10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3pPr>
            <a:lvl4pPr lvl="3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Symbol" charset="2"/>
              <a:buChar char=""/>
              <a:tabLst>
                <a:tab pos="0" algn="l"/>
              </a:tabLst>
              <a:defRPr lang="de-DE" sz="9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4pPr>
            <a:lvl5pPr lvl="4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  <a:defRPr lang="de-DE" sz="9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5pPr>
          </a:lstStyle>
          <a:p>
            <a:pPr marL="228600" indent="-228600" algn="l" defTabSz="914040">
              <a:lnSpc>
                <a:spcPct val="100000"/>
              </a:lnSpc>
              <a:spcBef>
                <a:spcPts val="1001"/>
              </a:spcBef>
              <a:buSzPct val="100051"/>
              <a:buBlip>
                <a:blip r:embed="rId5"/>
              </a:buBlip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Mastertextformat bearbeiten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497520" lvl="1" indent="-15624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Zweite Ebene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780840" lvl="2" indent="-15624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0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Dritte Ebene</a:t>
            </a:r>
            <a:endParaRPr lang="en-US" sz="10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1008000" lvl="3" indent="-13500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Symbol" charset="2"/>
              <a:buChar char=""/>
              <a:tabLst>
                <a:tab pos="0" algn="l"/>
              </a:tabLst>
            </a:pPr>
            <a:r>
              <a:rPr lang="de-DE" sz="9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Vierte Ebene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1230120" lvl="4" indent="-13500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</a:pPr>
            <a:r>
              <a:rPr lang="de-DE" sz="9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Fünfte Ebene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body"/>
          </p:nvPr>
        </p:nvSpPr>
        <p:spPr>
          <a:xfrm>
            <a:off x="6403680" y="4152600"/>
            <a:ext cx="3226680" cy="1975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040">
              <a:lnSpc>
                <a:spcPct val="100000"/>
              </a:lnSpc>
              <a:spcBef>
                <a:spcPts val="1001"/>
              </a:spcBef>
              <a:buSzPct val="100051"/>
              <a:buBlip>
                <a:blip r:embed="rId6"/>
              </a:buBlip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1pPr>
            <a:lvl2pPr lvl="1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2pPr>
            <a:lvl3pPr lvl="2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Wingdings" charset="2"/>
              <a:buChar char=""/>
              <a:tabLst>
                <a:tab pos="0" algn="l"/>
              </a:tabLst>
              <a:defRPr lang="de-DE" sz="10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3pPr>
            <a:lvl4pPr lvl="3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Symbol" charset="2"/>
              <a:buChar char=""/>
              <a:tabLst>
                <a:tab pos="0" algn="l"/>
              </a:tabLst>
              <a:defRPr lang="de-DE" sz="9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4pPr>
            <a:lvl5pPr lvl="4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  <a:defRPr lang="de-DE" sz="9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5pPr>
          </a:lstStyle>
          <a:p>
            <a:pPr marL="228600" indent="-228600" algn="l" defTabSz="914040">
              <a:lnSpc>
                <a:spcPct val="100000"/>
              </a:lnSpc>
              <a:spcBef>
                <a:spcPts val="1001"/>
              </a:spcBef>
              <a:buSzPct val="100051"/>
              <a:buBlip>
                <a:blip r:embed="rId7"/>
              </a:buBlip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Mastertextformat bearbeiten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497520" lvl="1" indent="-15624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Zweite Ebene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780840" lvl="2" indent="-15624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0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Dritte Ebene</a:t>
            </a:r>
            <a:endParaRPr lang="en-US" sz="10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1008000" lvl="3" indent="-13500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Symbol" charset="2"/>
              <a:buChar char=""/>
              <a:tabLst>
                <a:tab pos="0" algn="l"/>
              </a:tabLst>
            </a:pPr>
            <a:r>
              <a:rPr lang="de-DE" sz="9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Vierte Ebene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1230120" lvl="4" indent="-13500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</a:pPr>
            <a:r>
              <a:rPr lang="de-DE" sz="9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Fünfte Ebene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body" hasCustomPrompt="1"/>
          </p:nvPr>
        </p:nvSpPr>
        <p:spPr>
          <a:xfrm>
            <a:off x="2521800" y="1664280"/>
            <a:ext cx="3226680" cy="2151360"/>
          </a:xfrm>
          <a:prstGeom prst="rect">
            <a:avLst/>
          </a:prstGeom>
          <a:solidFill>
            <a:schemeClr val="accent3"/>
          </a:solidFill>
          <a:ln w="6480">
            <a:solidFill>
              <a:schemeClr val="dk2"/>
            </a:solidFill>
            <a:round/>
          </a:ln>
          <a:effectLst>
            <a:outerShdw dist="88586" dir="2700000" rotWithShape="0">
              <a:srgbClr val="140046"/>
            </a:outerShdw>
          </a:effectLst>
        </p:spPr>
        <p:txBody>
          <a:bodyPr lIns="720000" tIns="0" rIns="720000" bIns="180000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Hier durch Klick auf das Icon ein Bild hinzufügen.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body" hasCustomPrompt="1"/>
          </p:nvPr>
        </p:nvSpPr>
        <p:spPr>
          <a:xfrm>
            <a:off x="6393240" y="1664280"/>
            <a:ext cx="3226680" cy="2151360"/>
          </a:xfrm>
          <a:prstGeom prst="rect">
            <a:avLst/>
          </a:prstGeom>
          <a:solidFill>
            <a:schemeClr val="accent3"/>
          </a:solidFill>
          <a:ln w="6480">
            <a:solidFill>
              <a:schemeClr val="dk2"/>
            </a:solidFill>
            <a:round/>
          </a:ln>
          <a:effectLst>
            <a:outerShdw dist="88586" dir="2700000" rotWithShape="0">
              <a:srgbClr val="140046"/>
            </a:outerShdw>
          </a:effectLst>
        </p:spPr>
        <p:txBody>
          <a:bodyPr lIns="720000" tIns="0" rIns="720000" bIns="180000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Hier durch Klick auf das Icon ein Bild hinzufügen.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x Bild +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rafik 9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458720" y="65160"/>
            <a:ext cx="1619280" cy="590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PlaceHolder 1"/>
          <p:cNvSpPr>
            <a:spLocks noGrp="1"/>
          </p:cNvSpPr>
          <p:nvPr>
            <p:ph type="body" hasCustomPrompt="1"/>
          </p:nvPr>
        </p:nvSpPr>
        <p:spPr>
          <a:xfrm>
            <a:off x="280080" y="263520"/>
            <a:ext cx="5815800" cy="20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04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1200" b="1" u="none" strike="noStrike">
                <a:solidFill>
                  <a:srgbClr val="101010"/>
                </a:solidFill>
                <a:effectLst/>
                <a:uFillTx/>
                <a:latin typeface="Rubik SemiBold"/>
              </a:defRPr>
            </a:lvl1pPr>
          </a:lstStyle>
          <a:p>
            <a:pPr indent="0" algn="l" defTabSz="91404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200" b="1" u="none" strike="noStrike">
                <a:solidFill>
                  <a:srgbClr val="101010"/>
                </a:solidFill>
                <a:effectLst/>
                <a:uFillTx/>
                <a:latin typeface="Rubik SemiBold"/>
              </a:rPr>
              <a:t>Kapitel hinzufügen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</p:txBody>
      </p:sp>
      <p:sp>
        <p:nvSpPr>
          <p:cNvPr id="56" name="Slide Number Placeholder 5"/>
          <p:cNvSpPr/>
          <p:nvPr/>
        </p:nvSpPr>
        <p:spPr>
          <a:xfrm>
            <a:off x="11539800" y="6444000"/>
            <a:ext cx="375480" cy="1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0840" tIns="30600" rIns="60840" bIns="30600" anchor="ctr">
            <a:noAutofit/>
          </a:bodyPr>
          <a:p>
            <a:pPr algn="r" defTabSz="914400">
              <a:lnSpc>
                <a:spcPct val="100000"/>
              </a:lnSpc>
            </a:pPr>
            <a:fld id="{1DF21D2E-68E2-4FAC-BE0E-1A008328EEA7}" type="slidenum">
              <a:rPr lang="en-US" sz="800" b="1" u="none" strike="noStrike">
                <a:solidFill>
                  <a:srgbClr val="101010"/>
                </a:solidFill>
                <a:effectLst/>
                <a:uFillTx/>
                <a:latin typeface="Rubik SemiBold"/>
              </a:rPr>
              <a:t>&lt;Foliennummer&gt;</a:t>
            </a:fld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 hasCustomPrompt="1"/>
          </p:nvPr>
        </p:nvSpPr>
        <p:spPr>
          <a:xfrm>
            <a:off x="1944720" y="520920"/>
            <a:ext cx="8302320" cy="590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 defTabSz="914040">
              <a:lnSpc>
                <a:spcPct val="10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rgbClr val="101010"/>
                </a:solidFill>
                <a:effectLst/>
                <a:uFillTx/>
                <a:latin typeface="Rubik SemiBold"/>
              </a:defRPr>
            </a:lvl1pPr>
          </a:lstStyle>
          <a:p>
            <a:pPr indent="0" algn="ctr" defTabSz="91404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rgbClr val="101010"/>
                </a:solidFill>
                <a:effectLst/>
                <a:uFillTx/>
                <a:latin typeface="Rubik SemiBold"/>
              </a:rPr>
              <a:t>Das ist eine Headline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813600" y="4152600"/>
            <a:ext cx="3226680" cy="1975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040">
              <a:lnSpc>
                <a:spcPct val="100000"/>
              </a:lnSpc>
              <a:spcBef>
                <a:spcPts val="1001"/>
              </a:spcBef>
              <a:buSzPct val="100051"/>
              <a:buBlip>
                <a:blip r:embed="rId4"/>
              </a:buBlip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1pPr>
            <a:lvl2pPr lvl="1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2pPr>
            <a:lvl3pPr lvl="2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Wingdings" charset="2"/>
              <a:buChar char=""/>
              <a:tabLst>
                <a:tab pos="0" algn="l"/>
              </a:tabLst>
              <a:defRPr lang="de-DE" sz="10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3pPr>
            <a:lvl4pPr lvl="3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Symbol" charset="2"/>
              <a:buChar char=""/>
              <a:tabLst>
                <a:tab pos="0" algn="l"/>
              </a:tabLst>
              <a:defRPr lang="de-DE" sz="9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4pPr>
            <a:lvl5pPr lvl="4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  <a:defRPr lang="de-DE" sz="9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5pPr>
          </a:lstStyle>
          <a:p>
            <a:pPr marL="228600" indent="-228600" algn="l" defTabSz="914040">
              <a:lnSpc>
                <a:spcPct val="100000"/>
              </a:lnSpc>
              <a:spcBef>
                <a:spcPts val="1001"/>
              </a:spcBef>
              <a:buSzPct val="100051"/>
              <a:buBlip>
                <a:blip r:embed="rId5"/>
              </a:buBlip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Mastertextformat bearbeiten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497520" lvl="1" indent="-15624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Zweite Ebene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780840" lvl="2" indent="-15624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0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Dritte Ebene</a:t>
            </a:r>
            <a:endParaRPr lang="en-US" sz="10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1008000" lvl="3" indent="-13500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Symbol" charset="2"/>
              <a:buChar char=""/>
              <a:tabLst>
                <a:tab pos="0" algn="l"/>
              </a:tabLst>
            </a:pPr>
            <a:r>
              <a:rPr lang="de-DE" sz="9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Vierte Ebene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1230120" lvl="4" indent="-13500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</a:pPr>
            <a:r>
              <a:rPr lang="de-DE" sz="9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Fünfte Ebene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4462560" y="4152600"/>
            <a:ext cx="3226680" cy="1975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040">
              <a:lnSpc>
                <a:spcPct val="100000"/>
              </a:lnSpc>
              <a:spcBef>
                <a:spcPts val="1001"/>
              </a:spcBef>
              <a:buSzPct val="100051"/>
              <a:buBlip>
                <a:blip r:embed="rId6"/>
              </a:buBlip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1pPr>
            <a:lvl2pPr lvl="1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2pPr>
            <a:lvl3pPr lvl="2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Wingdings" charset="2"/>
              <a:buChar char=""/>
              <a:tabLst>
                <a:tab pos="0" algn="l"/>
              </a:tabLst>
              <a:defRPr lang="de-DE" sz="10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3pPr>
            <a:lvl4pPr lvl="3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Symbol" charset="2"/>
              <a:buChar char=""/>
              <a:tabLst>
                <a:tab pos="0" algn="l"/>
              </a:tabLst>
              <a:defRPr lang="de-DE" sz="9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4pPr>
            <a:lvl5pPr lvl="4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  <a:defRPr lang="de-DE" sz="9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5pPr>
          </a:lstStyle>
          <a:p>
            <a:pPr marL="228600" indent="-228600" algn="l" defTabSz="914040">
              <a:lnSpc>
                <a:spcPct val="100000"/>
              </a:lnSpc>
              <a:spcBef>
                <a:spcPts val="1001"/>
              </a:spcBef>
              <a:buSzPct val="100051"/>
              <a:buBlip>
                <a:blip r:embed="rId7"/>
              </a:buBlip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Mastertextformat bearbeiten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497520" lvl="1" indent="-15624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Zweite Ebene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780840" lvl="2" indent="-15624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0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Dritte Ebene</a:t>
            </a:r>
            <a:endParaRPr lang="en-US" sz="10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1008000" lvl="3" indent="-13500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Symbol" charset="2"/>
              <a:buChar char=""/>
              <a:tabLst>
                <a:tab pos="0" algn="l"/>
              </a:tabLst>
            </a:pPr>
            <a:r>
              <a:rPr lang="de-DE" sz="9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Vierte Ebene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1230120" lvl="4" indent="-13500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</a:pPr>
            <a:r>
              <a:rPr lang="de-DE" sz="9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Fünfte Ebene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body"/>
          </p:nvPr>
        </p:nvSpPr>
        <p:spPr>
          <a:xfrm>
            <a:off x="8103960" y="4152600"/>
            <a:ext cx="3226680" cy="1975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040">
              <a:lnSpc>
                <a:spcPct val="100000"/>
              </a:lnSpc>
              <a:spcBef>
                <a:spcPts val="1001"/>
              </a:spcBef>
              <a:buSzPct val="100051"/>
              <a:buBlip>
                <a:blip r:embed="rId8"/>
              </a:buBlip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1pPr>
            <a:lvl2pPr lvl="1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2pPr>
            <a:lvl3pPr lvl="2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Wingdings" charset="2"/>
              <a:buChar char=""/>
              <a:tabLst>
                <a:tab pos="0" algn="l"/>
              </a:tabLst>
              <a:defRPr lang="de-DE" sz="10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3pPr>
            <a:lvl4pPr lvl="3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Symbol" charset="2"/>
              <a:buChar char=""/>
              <a:tabLst>
                <a:tab pos="0" algn="l"/>
              </a:tabLst>
              <a:defRPr lang="de-DE" sz="9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4pPr>
            <a:lvl5pPr lvl="4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  <a:defRPr lang="de-DE" sz="9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5pPr>
          </a:lstStyle>
          <a:p>
            <a:pPr marL="228600" indent="-228600" algn="l" defTabSz="914040">
              <a:lnSpc>
                <a:spcPct val="100000"/>
              </a:lnSpc>
              <a:spcBef>
                <a:spcPts val="1001"/>
              </a:spcBef>
              <a:buSzPct val="100051"/>
              <a:buBlip>
                <a:blip r:embed="rId9"/>
              </a:buBlip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Mastertextformat bearbeiten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497520" lvl="1" indent="-15624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Zweite Ebene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780840" lvl="2" indent="-15624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0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Dritte Ebene</a:t>
            </a:r>
            <a:endParaRPr lang="en-US" sz="10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1008000" lvl="3" indent="-13500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Symbol" charset="2"/>
              <a:buChar char=""/>
              <a:tabLst>
                <a:tab pos="0" algn="l"/>
              </a:tabLst>
            </a:pPr>
            <a:r>
              <a:rPr lang="de-DE" sz="9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Vierte Ebene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1230120" lvl="4" indent="-13500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</a:pPr>
            <a:r>
              <a:rPr lang="de-DE" sz="9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Fünfte Ebene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</p:txBody>
      </p:sp>
      <p:sp>
        <p:nvSpPr>
          <p:cNvPr id="61" name="PlaceHolder 6"/>
          <p:cNvSpPr>
            <a:spLocks noGrp="1"/>
          </p:cNvSpPr>
          <p:nvPr>
            <p:ph type="body" hasCustomPrompt="1"/>
          </p:nvPr>
        </p:nvSpPr>
        <p:spPr>
          <a:xfrm>
            <a:off x="813600" y="1664280"/>
            <a:ext cx="3226680" cy="2151360"/>
          </a:xfrm>
          <a:prstGeom prst="rect">
            <a:avLst/>
          </a:prstGeom>
          <a:solidFill>
            <a:schemeClr val="accent3"/>
          </a:solidFill>
          <a:ln w="6480">
            <a:solidFill>
              <a:schemeClr val="dk2"/>
            </a:solidFill>
            <a:round/>
          </a:ln>
          <a:effectLst>
            <a:outerShdw dist="88586" dir="2700000" rotWithShape="0">
              <a:srgbClr val="140046"/>
            </a:outerShdw>
          </a:effectLst>
        </p:spPr>
        <p:txBody>
          <a:bodyPr lIns="720000" tIns="0" rIns="720000" bIns="180000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Hier durch Klick auf das Icon ein Bild hinzufügen.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</p:txBody>
      </p:sp>
      <p:sp>
        <p:nvSpPr>
          <p:cNvPr id="62" name="PlaceHolder 7"/>
          <p:cNvSpPr>
            <a:spLocks noGrp="1"/>
          </p:cNvSpPr>
          <p:nvPr>
            <p:ph type="body" hasCustomPrompt="1"/>
          </p:nvPr>
        </p:nvSpPr>
        <p:spPr>
          <a:xfrm>
            <a:off x="4463640" y="1664280"/>
            <a:ext cx="3226680" cy="2151360"/>
          </a:xfrm>
          <a:prstGeom prst="rect">
            <a:avLst/>
          </a:prstGeom>
          <a:solidFill>
            <a:schemeClr val="accent3"/>
          </a:solidFill>
          <a:ln w="6480">
            <a:solidFill>
              <a:schemeClr val="dk2"/>
            </a:solidFill>
            <a:round/>
          </a:ln>
          <a:effectLst>
            <a:outerShdw dist="88586" dir="2700000" rotWithShape="0">
              <a:srgbClr val="140046"/>
            </a:outerShdw>
          </a:effectLst>
        </p:spPr>
        <p:txBody>
          <a:bodyPr lIns="720000" tIns="0" rIns="720000" bIns="180000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Hier durch Klick auf das Icon ein Bild hinzufügen.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</p:txBody>
      </p:sp>
      <p:sp>
        <p:nvSpPr>
          <p:cNvPr id="63" name="PlaceHolder 8"/>
          <p:cNvSpPr>
            <a:spLocks noGrp="1"/>
          </p:cNvSpPr>
          <p:nvPr>
            <p:ph type="body" hasCustomPrompt="1"/>
          </p:nvPr>
        </p:nvSpPr>
        <p:spPr>
          <a:xfrm>
            <a:off x="8106480" y="1664280"/>
            <a:ext cx="3226680" cy="2151360"/>
          </a:xfrm>
          <a:prstGeom prst="rect">
            <a:avLst/>
          </a:prstGeom>
          <a:solidFill>
            <a:schemeClr val="accent3"/>
          </a:solidFill>
          <a:ln w="6480">
            <a:solidFill>
              <a:schemeClr val="dk2"/>
            </a:solidFill>
            <a:round/>
          </a:ln>
          <a:effectLst>
            <a:outerShdw dist="88586" dir="2700000" rotWithShape="0">
              <a:srgbClr val="140046"/>
            </a:outerShdw>
          </a:effectLst>
        </p:spPr>
        <p:txBody>
          <a:bodyPr lIns="720000" tIns="0" rIns="720000" bIns="180000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Hier durch Klick auf das Icon ein Bild hinzufügen.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Fullscreen Imag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body" hasCustomPrompt="1"/>
          </p:nvPr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txBody>
          <a:bodyPr lIns="2880000" tIns="0" rIns="2880000" bIns="180000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1pPr>
            <a:lvl2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2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Hier durch Klick auf das Icon</a:t>
            </a:r>
            <a:br>
              <a:rPr sz="1800"/>
            </a:b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ein Bild hinzufügen.</a:t>
            </a:r>
            <a:endParaRPr lang="en-US" sz="1800" b="1" u="none" strike="noStrike">
              <a:solidFill>
                <a:srgbClr val="101010"/>
              </a:solidFill>
              <a:effectLst/>
              <a:uFillTx/>
              <a:latin typeface="Rubik SemiBold"/>
            </a:endParaRPr>
          </a:p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endParaRPr lang="en-US" sz="1800" b="1" u="none" strike="noStrike">
              <a:solidFill>
                <a:srgbClr val="101010"/>
              </a:solidFill>
              <a:effectLst/>
              <a:uFillTx/>
              <a:latin typeface="Rubik SemiBold"/>
            </a:endParaRPr>
          </a:p>
        </p:txBody>
      </p:sp>
      <p:sp>
        <p:nvSpPr>
          <p:cNvPr id="65" name="Slide Number Placeholder 5"/>
          <p:cNvSpPr/>
          <p:nvPr/>
        </p:nvSpPr>
        <p:spPr>
          <a:xfrm>
            <a:off x="11547720" y="6444000"/>
            <a:ext cx="375480" cy="1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0840" tIns="30600" rIns="60840" bIns="30600" anchor="ctr">
            <a:noAutofit/>
          </a:bodyPr>
          <a:p>
            <a:pPr algn="r" defTabSz="914400">
              <a:lnSpc>
                <a:spcPct val="100000"/>
              </a:lnSpc>
            </a:pPr>
            <a:fld id="{9FBACF2B-D4BE-42F7-BD67-15431B387ADA}" type="slidenum">
              <a:rPr lang="en-US" sz="800" b="1" u="none" strike="noStrike">
                <a:solidFill>
                  <a:srgbClr val="101010"/>
                </a:solidFill>
                <a:effectLst/>
                <a:uFillTx/>
                <a:latin typeface="Rubik SemiBold"/>
              </a:rPr>
              <a:t>&lt;Foliennummer&gt;</a:t>
            </a:fld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 hasCustomPrompt="1"/>
          </p:nvPr>
        </p:nvSpPr>
        <p:spPr>
          <a:xfrm>
            <a:off x="280080" y="263520"/>
            <a:ext cx="8100360" cy="210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04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1200" b="1" u="none" strike="noStrike">
                <a:solidFill>
                  <a:srgbClr val="101010"/>
                </a:solidFill>
                <a:effectLst/>
                <a:uFillTx/>
                <a:latin typeface="Rubik SemiBold"/>
              </a:defRPr>
            </a:lvl1pPr>
          </a:lstStyle>
          <a:p>
            <a:pPr indent="0" algn="l" defTabSz="91404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200" b="1" u="none" strike="noStrike">
                <a:solidFill>
                  <a:srgbClr val="101010"/>
                </a:solidFill>
                <a:effectLst/>
                <a:uFillTx/>
                <a:latin typeface="Rubik SemiBold"/>
              </a:rPr>
              <a:t>Kapitel hinzufügen</a:t>
            </a:r>
            <a:endParaRPr lang="en-US" sz="1200" b="1" u="none" strike="noStrike">
              <a:solidFill>
                <a:srgbClr val="101010"/>
              </a:solidFill>
              <a:effectLst/>
              <a:uFillTx/>
              <a:latin typeface="Rubik SemiBold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e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rafik 7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458720" y="65160"/>
            <a:ext cx="1619280" cy="590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Slide Number Placeholder 5"/>
          <p:cNvSpPr/>
          <p:nvPr/>
        </p:nvSpPr>
        <p:spPr>
          <a:xfrm>
            <a:off x="11547720" y="6444000"/>
            <a:ext cx="375480" cy="1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0840" tIns="30600" rIns="60840" bIns="30600" anchor="ctr">
            <a:noAutofit/>
          </a:bodyPr>
          <a:p>
            <a:pPr algn="r" defTabSz="914400">
              <a:lnSpc>
                <a:spcPct val="100000"/>
              </a:lnSpc>
            </a:pPr>
            <a:fld id="{AD17AC8D-BDF6-404C-8A80-3BF8A9EAC02A}" type="slidenum">
              <a:rPr lang="en-US" sz="800" b="1" u="none" strike="noStrike">
                <a:solidFill>
                  <a:srgbClr val="101010"/>
                </a:solidFill>
                <a:effectLst/>
                <a:uFillTx/>
                <a:latin typeface="Rubik SemiBold"/>
              </a:rPr>
              <a:t>&lt;Foliennummer&gt;</a:t>
            </a:fld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1"/>
          <p:cNvSpPr>
            <a:spLocks noGrp="1"/>
          </p:cNvSpPr>
          <p:nvPr>
            <p:ph type="body" hasCustomPrompt="1"/>
          </p:nvPr>
        </p:nvSpPr>
        <p:spPr>
          <a:xfrm>
            <a:off x="280080" y="263520"/>
            <a:ext cx="5815800" cy="20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04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1200" b="1" u="none" strike="noStrike">
                <a:solidFill>
                  <a:srgbClr val="101010"/>
                </a:solidFill>
                <a:effectLst/>
                <a:uFillTx/>
                <a:latin typeface="Rubik SemiBold"/>
              </a:defRPr>
            </a:lvl1pPr>
          </a:lstStyle>
          <a:p>
            <a:pPr indent="0" algn="l" defTabSz="91404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200" b="1" u="none" strike="noStrike">
                <a:solidFill>
                  <a:srgbClr val="101010"/>
                </a:solidFill>
                <a:effectLst/>
                <a:uFillTx/>
                <a:latin typeface="Rubik SemiBold"/>
              </a:rPr>
              <a:t>Kapitel hinzufügen</a:t>
            </a:r>
            <a:endParaRPr lang="en-US" sz="1200" b="1" u="none" strike="noStrike">
              <a:solidFill>
                <a:srgbClr val="101010"/>
              </a:solidFill>
              <a:effectLst/>
              <a:uFillTx/>
              <a:latin typeface="Rubik SemiBold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 des Titeltextes durch Klicken bearbeiten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 + Per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28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551E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9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pic>
        <p:nvPicPr>
          <p:cNvPr id="72" name="Grafik 3" descr="Ein Bild, das Screenshot, Schwarz, Quadrat, Rechteck enthält.&#10;&#10;Automatisch generierte Beschreibung"/>
          <p:cNvPicPr/>
          <p:nvPr/>
        </p:nvPicPr>
        <p:blipFill>
          <a:blip r:embed="rId2"/>
          <a:srcRect l="444" t="0" r="0" b="90806"/>
          <a:stretch/>
        </p:blipFill>
        <p:spPr>
          <a:xfrm>
            <a:off x="0" y="6009840"/>
            <a:ext cx="11271240" cy="847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" name="Grafik 5"/>
          <p:cNvPicPr/>
          <p:nvPr/>
        </p:nvPicPr>
        <p:blipFill>
          <a:blip r:embed="rId3"/>
          <a:stretch/>
        </p:blipFill>
        <p:spPr>
          <a:xfrm>
            <a:off x="9179640" y="5649120"/>
            <a:ext cx="871920" cy="747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Grafik 10"/>
          <p:cNvPicPr/>
          <p:nvPr/>
        </p:nvPicPr>
        <p:blipFill>
          <a:blip r:embed="rId4"/>
          <a:stretch/>
        </p:blipFill>
        <p:spPr>
          <a:xfrm>
            <a:off x="8847720" y="302760"/>
            <a:ext cx="2908440" cy="106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PlaceHolder 1"/>
          <p:cNvSpPr>
            <a:spLocks noGrp="1"/>
          </p:cNvSpPr>
          <p:nvPr>
            <p:ph type="body" hasCustomPrompt="1"/>
          </p:nvPr>
        </p:nvSpPr>
        <p:spPr>
          <a:xfrm>
            <a:off x="2460240" y="4471200"/>
            <a:ext cx="6543720" cy="311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040">
              <a:lnSpc>
                <a:spcPct val="90000"/>
              </a:lnSpc>
              <a:buNone/>
              <a:tabLst>
                <a:tab pos="0" algn="l"/>
              </a:tabLst>
              <a:defRPr lang="de-DE" sz="2200" b="1" u="none" strike="noStrike">
                <a:solidFill>
                  <a:schemeClr val="lt1"/>
                </a:solidFill>
                <a:effectLst/>
                <a:uFillTx/>
                <a:latin typeface="Rubik SemiBold"/>
              </a:defRPr>
            </a:lvl1pPr>
          </a:lstStyle>
          <a:p>
            <a:pPr indent="0" algn="l" defTabSz="91404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200" b="1" u="none" strike="noStrike">
                <a:solidFill>
                  <a:schemeClr val="lt1"/>
                </a:solidFill>
                <a:effectLst/>
                <a:uFillTx/>
                <a:latin typeface="Rubik SemiBold"/>
              </a:rPr>
              <a:t>Vorname Name</a:t>
            </a:r>
            <a:endParaRPr lang="en-US" sz="2200" b="0" u="none" strike="noStrike">
              <a:solidFill>
                <a:schemeClr val="lt1"/>
              </a:solidFill>
              <a:effectLst/>
              <a:uFillTx/>
              <a:latin typeface="Rubik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1067760" y="3327480"/>
            <a:ext cx="9903240" cy="37296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Autofit/>
          </a:bodyPr>
          <a:lstStyle>
            <a:lvl1pPr indent="0" algn="l" defTabSz="914040">
              <a:lnSpc>
                <a:spcPct val="10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lt1"/>
                </a:solidFill>
                <a:effectLst/>
                <a:uFillTx/>
                <a:latin typeface="Rubik"/>
              </a:defRPr>
            </a:lvl1pPr>
          </a:lstStyle>
          <a:p>
            <a:pPr indent="0" algn="l" defTabSz="91404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Rubik"/>
              </a:rPr>
              <a:t>Mastertextformat bearbeiten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Rubik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1067760" y="1400760"/>
            <a:ext cx="9903240" cy="160344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b">
            <a:noAutofit/>
          </a:bodyPr>
          <a:lstStyle>
            <a:lvl1pPr indent="0" algn="l" defTabSz="914040">
              <a:lnSpc>
                <a:spcPct val="100000"/>
              </a:lnSpc>
              <a:buNone/>
              <a:tabLst>
                <a:tab pos="0" algn="l"/>
              </a:tabLst>
              <a:defRPr lang="de-DE" sz="4400" b="1" u="none" strike="noStrike">
                <a:solidFill>
                  <a:schemeClr val="lt1"/>
                </a:solidFill>
                <a:effectLst/>
                <a:uFillTx/>
                <a:latin typeface="Rubik SemiBold"/>
              </a:defRPr>
            </a:lvl1pPr>
          </a:lstStyle>
          <a:p>
            <a:pPr indent="0" algn="l" defTabSz="91404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4400" b="1" u="none" strike="noStrike">
                <a:solidFill>
                  <a:schemeClr val="lt1"/>
                </a:solidFill>
                <a:effectLst/>
                <a:uFillTx/>
                <a:latin typeface="Rubik SemiBold"/>
              </a:rPr>
              <a:t>Mastertextformat bearbeiten</a:t>
            </a:r>
            <a:endParaRPr lang="en-US" sz="4400" b="0" u="none" strike="noStrike">
              <a:solidFill>
                <a:schemeClr val="lt1"/>
              </a:solidFill>
              <a:effectLst/>
              <a:uFillTx/>
              <a:latin typeface="Rubik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 hasCustomPrompt="1"/>
          </p:nvPr>
        </p:nvSpPr>
        <p:spPr>
          <a:xfrm>
            <a:off x="2460240" y="4911840"/>
            <a:ext cx="6543720" cy="231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04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1400" b="0" u="none" strike="noStrike">
                <a:solidFill>
                  <a:schemeClr val="lt1"/>
                </a:solidFill>
                <a:effectLst/>
                <a:uFillTx/>
                <a:latin typeface="Rubik"/>
              </a:defRPr>
            </a:lvl1pPr>
          </a:lstStyle>
          <a:p>
            <a:pPr indent="0" algn="l" defTabSz="91404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chemeClr val="lt1"/>
                </a:solidFill>
                <a:effectLst/>
                <a:uFillTx/>
                <a:latin typeface="Rubik"/>
              </a:rPr>
              <a:t>Jobtitel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Rubik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 hasCustomPrompt="1"/>
          </p:nvPr>
        </p:nvSpPr>
        <p:spPr>
          <a:xfrm>
            <a:off x="1067760" y="4222800"/>
            <a:ext cx="1150920" cy="115020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txBody>
          <a:bodyPr lIns="108000" tIns="252000" rIns="108000" bIns="45000" anchor="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de-DE" sz="800" b="0" u="none" strike="noStrike">
                <a:solidFill>
                  <a:schemeClr val="lt1"/>
                </a:solidFill>
                <a:effectLst/>
                <a:uFillTx/>
                <a:latin typeface="Rubik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800" b="0" u="none" strike="noStrike">
                <a:solidFill>
                  <a:schemeClr val="lt1"/>
                </a:solidFill>
                <a:effectLst/>
                <a:uFillTx/>
                <a:latin typeface="Rubik"/>
              </a:rPr>
              <a:t>Foto hinzufügen</a:t>
            </a:r>
            <a:endParaRPr lang="en-US" sz="800" b="0" u="none" strike="noStrike">
              <a:solidFill>
                <a:schemeClr val="lt1"/>
              </a:solidFill>
              <a:effectLst/>
              <a:uFillTx/>
              <a:latin typeface="Rubik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eer (Electric Indigo HG)">
    <p:bg>
      <p:bgPr>
        <a:solidFill>
          <a:srgbClr val="550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rafik 7"/>
          <p:cNvPicPr/>
          <p:nvPr/>
        </p:nvPicPr>
        <p:blipFill>
          <a:blip r:embed="rId2"/>
          <a:stretch/>
        </p:blipFill>
        <p:spPr>
          <a:xfrm>
            <a:off x="10461240" y="65160"/>
            <a:ext cx="1613880" cy="590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Slide Number Placeholder 5"/>
          <p:cNvSpPr/>
          <p:nvPr/>
        </p:nvSpPr>
        <p:spPr>
          <a:xfrm>
            <a:off x="11547720" y="6444000"/>
            <a:ext cx="375480" cy="1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0840" tIns="30600" rIns="60840" bIns="30600" anchor="ctr">
            <a:noAutofit/>
          </a:bodyPr>
          <a:p>
            <a:pPr algn="r" defTabSz="914400">
              <a:lnSpc>
                <a:spcPct val="100000"/>
              </a:lnSpc>
            </a:pPr>
            <a:fld id="{CC15E5F9-554F-43E8-B021-B0872CA9B64D}" type="slidenum">
              <a:rPr lang="en-US" sz="800" b="1" u="none" strike="noStrike">
                <a:solidFill>
                  <a:schemeClr val="lt1"/>
                </a:solidFill>
                <a:effectLst/>
                <a:uFillTx/>
                <a:latin typeface="Rubik SemiBold"/>
              </a:rPr>
              <a:t>&lt;Foliennummer&gt;</a:t>
            </a:fld>
            <a:endParaRPr lang="de-DE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1"/>
          <p:cNvSpPr>
            <a:spLocks noGrp="1"/>
          </p:cNvSpPr>
          <p:nvPr>
            <p:ph type="body" hasCustomPrompt="1"/>
          </p:nvPr>
        </p:nvSpPr>
        <p:spPr>
          <a:xfrm>
            <a:off x="280080" y="263520"/>
            <a:ext cx="5815800" cy="20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04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1200" b="1" u="none" strike="noStrike">
                <a:solidFill>
                  <a:schemeClr val="lt1"/>
                </a:solidFill>
                <a:effectLst/>
                <a:uFillTx/>
                <a:latin typeface="Rubik SemiBold"/>
              </a:defRPr>
            </a:lvl1pPr>
          </a:lstStyle>
          <a:p>
            <a:pPr indent="0" algn="l" defTabSz="91404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200" b="1" u="none" strike="noStrike">
                <a:solidFill>
                  <a:schemeClr val="lt1"/>
                </a:solidFill>
                <a:effectLst/>
                <a:uFillTx/>
                <a:latin typeface="Rubik SemiBold"/>
              </a:rPr>
              <a:t>Kapitel hinzufügen</a:t>
            </a:r>
            <a:endParaRPr lang="en-US" sz="1200" b="1" u="none" strike="noStrike">
              <a:solidFill>
                <a:schemeClr val="lt1"/>
              </a:solidFill>
              <a:effectLst/>
              <a:uFillTx/>
              <a:latin typeface="Rubik SemiBold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eer (Dark HG)">
    <p:bg>
      <p:bgPr>
        <a:solidFill>
          <a:srgbClr val="1400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rafik 7"/>
          <p:cNvPicPr/>
          <p:nvPr/>
        </p:nvPicPr>
        <p:blipFill>
          <a:blip r:embed="rId2"/>
          <a:stretch/>
        </p:blipFill>
        <p:spPr>
          <a:xfrm>
            <a:off x="10461240" y="65160"/>
            <a:ext cx="1613880" cy="590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Slide Number Placeholder 5"/>
          <p:cNvSpPr/>
          <p:nvPr/>
        </p:nvSpPr>
        <p:spPr>
          <a:xfrm>
            <a:off x="11547720" y="6444000"/>
            <a:ext cx="375480" cy="1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0840" tIns="30600" rIns="60840" bIns="30600" anchor="ctr">
            <a:noAutofit/>
          </a:bodyPr>
          <a:p>
            <a:pPr algn="r" defTabSz="914400">
              <a:lnSpc>
                <a:spcPct val="100000"/>
              </a:lnSpc>
            </a:pPr>
            <a:fld id="{3B899685-1F84-41BE-983F-A4DB0A378B89}" type="slidenum">
              <a:rPr lang="en-US" sz="800" b="1" u="none" strike="noStrike">
                <a:solidFill>
                  <a:schemeClr val="lt1"/>
                </a:solidFill>
                <a:effectLst/>
                <a:uFillTx/>
                <a:latin typeface="Rubik SemiBold"/>
              </a:rPr>
              <a:t>&lt;Foliennummer&gt;</a:t>
            </a:fld>
            <a:endParaRPr lang="de-DE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schlussfoli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28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551E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9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86" name="PlaceHolder 1"/>
          <p:cNvSpPr>
            <a:spLocks noGrp="1"/>
          </p:cNvSpPr>
          <p:nvPr>
            <p:ph type="body"/>
          </p:nvPr>
        </p:nvSpPr>
        <p:spPr>
          <a:xfrm>
            <a:off x="1067760" y="4009680"/>
            <a:ext cx="9903240" cy="81792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Autofit/>
          </a:bodyPr>
          <a:lstStyle>
            <a:lvl1pPr indent="0" algn="l" defTabSz="914040">
              <a:lnSpc>
                <a:spcPct val="10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lt1"/>
                </a:solidFill>
                <a:effectLst/>
                <a:uFillTx/>
                <a:latin typeface="Rubik"/>
              </a:defRPr>
            </a:lvl1pPr>
          </a:lstStyle>
          <a:p>
            <a:pPr indent="0" algn="l" defTabSz="91404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Rubik"/>
              </a:rPr>
              <a:t>Mastertextformat bearbeiten</a:t>
            </a:r>
            <a:endParaRPr lang="en-US" sz="1800" b="1" u="none" strike="noStrike">
              <a:solidFill>
                <a:schemeClr val="lt1"/>
              </a:solidFill>
              <a:effectLst/>
              <a:uFillTx/>
              <a:latin typeface="Rubik SemiBold"/>
            </a:endParaRPr>
          </a:p>
        </p:txBody>
      </p:sp>
      <p:pic>
        <p:nvPicPr>
          <p:cNvPr id="87" name="Grafik 1"/>
          <p:cNvPicPr/>
          <p:nvPr/>
        </p:nvPicPr>
        <p:blipFill>
          <a:blip r:embed="rId2"/>
          <a:stretch/>
        </p:blipFill>
        <p:spPr>
          <a:xfrm>
            <a:off x="8847720" y="302760"/>
            <a:ext cx="2908440" cy="106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1067760" y="1445040"/>
            <a:ext cx="9903240" cy="224136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b">
            <a:noAutofit/>
          </a:bodyPr>
          <a:lstStyle>
            <a:lvl1pPr indent="0" algn="l" defTabSz="914040">
              <a:lnSpc>
                <a:spcPct val="100000"/>
              </a:lnSpc>
              <a:buNone/>
              <a:tabLst>
                <a:tab pos="0" algn="l"/>
              </a:tabLst>
              <a:defRPr lang="de-DE" sz="4800" b="1" u="none" strike="noStrike">
                <a:solidFill>
                  <a:schemeClr val="lt1"/>
                </a:solidFill>
                <a:effectLst/>
                <a:uFillTx/>
                <a:latin typeface="Rubik SemiBold"/>
              </a:defRPr>
            </a:lvl1pPr>
          </a:lstStyle>
          <a:p>
            <a:pPr indent="0" algn="l" defTabSz="91404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4800" b="1" u="none" strike="noStrike">
                <a:solidFill>
                  <a:schemeClr val="lt1"/>
                </a:solidFill>
                <a:effectLst/>
                <a:uFillTx/>
                <a:latin typeface="Rubik SemiBold"/>
              </a:rPr>
              <a:t>Mastertextformat bearbeiten</a:t>
            </a:r>
            <a:endParaRPr lang="en-US" sz="4800" b="1" u="none" strike="noStrike">
              <a:solidFill>
                <a:schemeClr val="lt1"/>
              </a:solidFill>
              <a:effectLst/>
              <a:uFillTx/>
              <a:latin typeface="Rubik SemiBold"/>
            </a:endParaRPr>
          </a:p>
        </p:txBody>
      </p:sp>
      <p:pic>
        <p:nvPicPr>
          <p:cNvPr id="89" name="Grafik 7" descr="Ein Bild, das Screenshot, Schwarz, Quadrat, Rechteck enthält.&#10;&#10;Automatisch generierte Beschreibung"/>
          <p:cNvPicPr/>
          <p:nvPr/>
        </p:nvPicPr>
        <p:blipFill>
          <a:blip r:embed="rId3"/>
          <a:srcRect l="444" t="0" r="0" b="81603"/>
          <a:stretch/>
        </p:blipFill>
        <p:spPr>
          <a:xfrm>
            <a:off x="0" y="5160600"/>
            <a:ext cx="11271240" cy="169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" name="Grafik 6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614880" y="4807080"/>
            <a:ext cx="745200" cy="74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 des Titeltextes durch Klicken bearbeiten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1_Titelfoli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 indent="0" algn="ctr" defTabSz="914040">
              <a:lnSpc>
                <a:spcPct val="90000"/>
              </a:lnSpc>
              <a:buNone/>
              <a:defRPr lang="de-DE" sz="6000" b="0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914040">
              <a:lnSpc>
                <a:spcPct val="90000"/>
              </a:lnSpc>
              <a:buNone/>
            </a:pPr>
            <a:r>
              <a:rPr lang="de-DE" sz="60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Mastertitelformat bearbeiten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dt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&lt;Datum/Uhrzeit&gt;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ftr" idx="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sldNum" idx="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fld id="{B0BC4FAA-03EB-4C8A-857E-E09EE537E088}" type="slidenum"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&lt;Foliennummer&gt;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Zwischen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28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140346">
              <a:alpha val="9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9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pic>
        <p:nvPicPr>
          <p:cNvPr id="97" name="Grafik 4"/>
          <p:cNvPicPr/>
          <p:nvPr/>
        </p:nvPicPr>
        <p:blipFill>
          <a:blip r:embed="rId2"/>
          <a:stretch/>
        </p:blipFill>
        <p:spPr>
          <a:xfrm>
            <a:off x="8847720" y="302760"/>
            <a:ext cx="2908440" cy="106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PlaceHolder 1"/>
          <p:cNvSpPr>
            <a:spLocks noGrp="1"/>
          </p:cNvSpPr>
          <p:nvPr>
            <p:ph type="body"/>
          </p:nvPr>
        </p:nvSpPr>
        <p:spPr>
          <a:xfrm>
            <a:off x="1067760" y="4009680"/>
            <a:ext cx="9903240" cy="81792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Autofit/>
          </a:bodyPr>
          <a:lstStyle>
            <a:lvl1pPr indent="0" algn="l" defTabSz="914040">
              <a:lnSpc>
                <a:spcPct val="10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lt1"/>
                </a:solidFill>
                <a:effectLst/>
                <a:uFillTx/>
                <a:latin typeface="Rubik"/>
              </a:defRPr>
            </a:lvl1pPr>
          </a:lstStyle>
          <a:p>
            <a:pPr indent="0" algn="l" defTabSz="91404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Rubik"/>
              </a:rPr>
              <a:t>Mastertextformat bearbeiten</a:t>
            </a:r>
            <a:endParaRPr lang="en-US" sz="1800" b="1" u="none" strike="noStrike">
              <a:solidFill>
                <a:schemeClr val="lt1"/>
              </a:solidFill>
              <a:effectLst/>
              <a:uFillTx/>
              <a:latin typeface="Rubik SemiBold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1067760" y="1445040"/>
            <a:ext cx="9903240" cy="224136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b">
            <a:noAutofit/>
          </a:bodyPr>
          <a:lstStyle>
            <a:lvl1pPr indent="0" algn="l" defTabSz="914040">
              <a:lnSpc>
                <a:spcPct val="100000"/>
              </a:lnSpc>
              <a:buNone/>
              <a:tabLst>
                <a:tab pos="0" algn="l"/>
              </a:tabLst>
              <a:defRPr lang="de-DE" sz="4800" b="1" u="none" strike="noStrike">
                <a:solidFill>
                  <a:schemeClr val="lt1"/>
                </a:solidFill>
                <a:effectLst/>
                <a:uFillTx/>
                <a:latin typeface="Rubik SemiBold"/>
              </a:defRPr>
            </a:lvl1pPr>
          </a:lstStyle>
          <a:p>
            <a:pPr indent="0" algn="l" defTabSz="91404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4800" b="1" u="none" strike="noStrike">
                <a:solidFill>
                  <a:schemeClr val="lt1"/>
                </a:solidFill>
                <a:effectLst/>
                <a:uFillTx/>
                <a:latin typeface="Rubik SemiBold"/>
              </a:rPr>
              <a:t>Mastertextformat bearbeiten</a:t>
            </a:r>
            <a:endParaRPr lang="en-US" sz="4800" b="1" u="none" strike="noStrike">
              <a:solidFill>
                <a:schemeClr val="lt1"/>
              </a:solidFill>
              <a:effectLst/>
              <a:uFillTx/>
              <a:latin typeface="Rubik SemiBold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 des Titeltextes durch Klicken bearbeiten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Überschrif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body" hasCustomPrompt="1"/>
          </p:nvPr>
        </p:nvSpPr>
        <p:spPr>
          <a:xfrm>
            <a:off x="1944720" y="520920"/>
            <a:ext cx="8302320" cy="590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 defTabSz="914040">
              <a:lnSpc>
                <a:spcPct val="10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rgbClr val="101010"/>
                </a:solidFill>
                <a:effectLst/>
                <a:uFillTx/>
                <a:latin typeface="Rubik SemiBold"/>
              </a:defRPr>
            </a:lvl1pPr>
          </a:lstStyle>
          <a:p>
            <a:pPr indent="0" algn="ctr" defTabSz="91404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rgbClr val="101010"/>
                </a:solidFill>
                <a:effectLst/>
                <a:uFillTx/>
                <a:latin typeface="Rubik SemiBold"/>
              </a:rPr>
              <a:t>Das ist eine Headline</a:t>
            </a:r>
            <a:endParaRPr lang="en-US" sz="3600" b="1" u="none" strike="noStrike">
              <a:solidFill>
                <a:srgbClr val="101010"/>
              </a:solidFill>
              <a:effectLst/>
              <a:uFillTx/>
              <a:latin typeface="Rubik SemiBold"/>
            </a:endParaRPr>
          </a:p>
        </p:txBody>
      </p:sp>
      <p:pic>
        <p:nvPicPr>
          <p:cNvPr id="102" name="Grafik 7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458720" y="65160"/>
            <a:ext cx="1619280" cy="590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PlaceHolder 2"/>
          <p:cNvSpPr>
            <a:spLocks noGrp="1"/>
          </p:cNvSpPr>
          <p:nvPr>
            <p:ph type="body" hasCustomPrompt="1"/>
          </p:nvPr>
        </p:nvSpPr>
        <p:spPr>
          <a:xfrm>
            <a:off x="280080" y="263520"/>
            <a:ext cx="5815800" cy="20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04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1200" b="1" u="none" strike="noStrike">
                <a:solidFill>
                  <a:srgbClr val="101010"/>
                </a:solidFill>
                <a:effectLst/>
                <a:uFillTx/>
                <a:latin typeface="Rubik SemiBold"/>
              </a:defRPr>
            </a:lvl1pPr>
          </a:lstStyle>
          <a:p>
            <a:pPr indent="0" algn="l" defTabSz="91404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200" b="1" u="none" strike="noStrike">
                <a:solidFill>
                  <a:srgbClr val="101010"/>
                </a:solidFill>
                <a:effectLst/>
                <a:uFillTx/>
                <a:latin typeface="Rubik SemiBold"/>
              </a:rPr>
              <a:t>Kapitel hinzufügen</a:t>
            </a:r>
            <a:endParaRPr lang="en-US" sz="1200" b="1" u="none" strike="noStrike">
              <a:solidFill>
                <a:srgbClr val="101010"/>
              </a:solidFill>
              <a:effectLst/>
              <a:uFillTx/>
              <a:latin typeface="Rubik SemiBold"/>
            </a:endParaRPr>
          </a:p>
        </p:txBody>
      </p:sp>
      <p:sp>
        <p:nvSpPr>
          <p:cNvPr id="104" name="Slide Number Placeholder 5"/>
          <p:cNvSpPr/>
          <p:nvPr/>
        </p:nvSpPr>
        <p:spPr>
          <a:xfrm>
            <a:off x="11547720" y="6444000"/>
            <a:ext cx="375480" cy="1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0840" tIns="30600" rIns="60840" bIns="30600" anchor="ctr">
            <a:noAutofit/>
          </a:bodyPr>
          <a:p>
            <a:pPr algn="r" defTabSz="914400">
              <a:lnSpc>
                <a:spcPct val="100000"/>
              </a:lnSpc>
            </a:pPr>
            <a:fld id="{665D401F-1F92-47B7-80FB-16D73B9F6B95}" type="slidenum">
              <a:rPr lang="en-US" sz="800" b="1" u="none" strike="noStrike">
                <a:solidFill>
                  <a:srgbClr val="101010"/>
                </a:solidFill>
                <a:effectLst/>
                <a:uFillTx/>
                <a:latin typeface="Rubik SemiBold"/>
              </a:rPr>
              <a:t>&lt;Foliennummer&gt;</a:t>
            </a:fld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Überschrift (HG Electric Indigo)">
    <p:bg>
      <p:bgPr>
        <a:solidFill>
          <a:srgbClr val="550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body" hasCustomPrompt="1"/>
          </p:nvPr>
        </p:nvSpPr>
        <p:spPr>
          <a:xfrm>
            <a:off x="1944720" y="520920"/>
            <a:ext cx="8302320" cy="590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 defTabSz="914040">
              <a:lnSpc>
                <a:spcPct val="10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lt1"/>
                </a:solidFill>
                <a:effectLst/>
                <a:uFillTx/>
                <a:latin typeface="Rubik SemiBold"/>
              </a:defRPr>
            </a:lvl1pPr>
          </a:lstStyle>
          <a:p>
            <a:pPr indent="0" algn="ctr" defTabSz="91404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lt1"/>
                </a:solidFill>
                <a:effectLst/>
                <a:uFillTx/>
                <a:latin typeface="Rubik SemiBold"/>
              </a:rPr>
              <a:t>Das ist eine Headline</a:t>
            </a:r>
            <a:endParaRPr lang="en-US" sz="3600" b="1" u="none" strike="noStrike">
              <a:solidFill>
                <a:schemeClr val="lt1"/>
              </a:solidFill>
              <a:effectLst/>
              <a:uFillTx/>
              <a:latin typeface="Rubik SemiBold"/>
            </a:endParaRPr>
          </a:p>
        </p:txBody>
      </p:sp>
      <p:pic>
        <p:nvPicPr>
          <p:cNvPr id="106" name="Grafik 7"/>
          <p:cNvPicPr/>
          <p:nvPr/>
        </p:nvPicPr>
        <p:blipFill>
          <a:blip r:embed="rId2"/>
          <a:stretch/>
        </p:blipFill>
        <p:spPr>
          <a:xfrm>
            <a:off x="10461240" y="65160"/>
            <a:ext cx="1613880" cy="590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" name="PlaceHolder 2"/>
          <p:cNvSpPr>
            <a:spLocks noGrp="1"/>
          </p:cNvSpPr>
          <p:nvPr>
            <p:ph type="body" hasCustomPrompt="1"/>
          </p:nvPr>
        </p:nvSpPr>
        <p:spPr>
          <a:xfrm>
            <a:off x="280080" y="263520"/>
            <a:ext cx="5815800" cy="20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04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1200" b="1" u="none" strike="noStrike">
                <a:solidFill>
                  <a:schemeClr val="lt1"/>
                </a:solidFill>
                <a:effectLst/>
                <a:uFillTx/>
                <a:latin typeface="Rubik SemiBold"/>
              </a:defRPr>
            </a:lvl1pPr>
          </a:lstStyle>
          <a:p>
            <a:pPr indent="0" algn="l" defTabSz="91404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200" b="1" u="none" strike="noStrike">
                <a:solidFill>
                  <a:schemeClr val="lt1"/>
                </a:solidFill>
                <a:effectLst/>
                <a:uFillTx/>
                <a:latin typeface="Rubik SemiBold"/>
              </a:rPr>
              <a:t>Kapitel hinzufügen</a:t>
            </a:r>
            <a:endParaRPr lang="en-US" sz="1200" b="1" u="none" strike="noStrike">
              <a:solidFill>
                <a:schemeClr val="lt1"/>
              </a:solidFill>
              <a:effectLst/>
              <a:uFillTx/>
              <a:latin typeface="Rubik SemiBold"/>
            </a:endParaRPr>
          </a:p>
        </p:txBody>
      </p:sp>
      <p:sp>
        <p:nvSpPr>
          <p:cNvPr id="108" name="Slide Number Placeholder 5"/>
          <p:cNvSpPr/>
          <p:nvPr/>
        </p:nvSpPr>
        <p:spPr>
          <a:xfrm>
            <a:off x="11547720" y="6444000"/>
            <a:ext cx="375480" cy="1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0840" tIns="30600" rIns="60840" bIns="30600" anchor="ctr">
            <a:noAutofit/>
          </a:bodyPr>
          <a:p>
            <a:pPr algn="r" defTabSz="914400">
              <a:lnSpc>
                <a:spcPct val="100000"/>
              </a:lnSpc>
            </a:pPr>
            <a:fld id="{25415B59-B593-4E43-B601-BD06B02B3659}" type="slidenum">
              <a:rPr lang="en-US" sz="800" b="1" u="none" strike="noStrike">
                <a:solidFill>
                  <a:schemeClr val="lt1"/>
                </a:solidFill>
                <a:effectLst/>
                <a:uFillTx/>
                <a:latin typeface="Rubik SemiBold"/>
              </a:rPr>
              <a:t>&lt;Foliennummer&gt;</a:t>
            </a:fld>
            <a:endParaRPr lang="de-DE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Überschrift (Dark HG)">
    <p:bg>
      <p:bgPr>
        <a:solidFill>
          <a:srgbClr val="1400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rafik 7"/>
          <p:cNvPicPr/>
          <p:nvPr/>
        </p:nvPicPr>
        <p:blipFill>
          <a:blip r:embed="rId2"/>
          <a:stretch/>
        </p:blipFill>
        <p:spPr>
          <a:xfrm>
            <a:off x="10461240" y="65160"/>
            <a:ext cx="1613880" cy="590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PlaceHolder 1"/>
          <p:cNvSpPr>
            <a:spLocks noGrp="1"/>
          </p:cNvSpPr>
          <p:nvPr>
            <p:ph type="body" hasCustomPrompt="1"/>
          </p:nvPr>
        </p:nvSpPr>
        <p:spPr>
          <a:xfrm>
            <a:off x="280080" y="263520"/>
            <a:ext cx="5815800" cy="20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04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1200" b="1" u="none" strike="noStrike">
                <a:solidFill>
                  <a:schemeClr val="lt1"/>
                </a:solidFill>
                <a:effectLst/>
                <a:uFillTx/>
                <a:latin typeface="Rubik SemiBold"/>
              </a:defRPr>
            </a:lvl1pPr>
          </a:lstStyle>
          <a:p>
            <a:pPr indent="0" algn="l" defTabSz="91404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200" b="1" u="none" strike="noStrike">
                <a:solidFill>
                  <a:schemeClr val="lt1"/>
                </a:solidFill>
                <a:effectLst/>
                <a:uFillTx/>
                <a:latin typeface="Rubik SemiBold"/>
              </a:rPr>
              <a:t>Kapitel hinzufügen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Rubik SemiBold"/>
            </a:endParaRPr>
          </a:p>
        </p:txBody>
      </p:sp>
      <p:sp>
        <p:nvSpPr>
          <p:cNvPr id="111" name="Slide Number Placeholder 5"/>
          <p:cNvSpPr/>
          <p:nvPr/>
        </p:nvSpPr>
        <p:spPr>
          <a:xfrm>
            <a:off x="11547720" y="6444000"/>
            <a:ext cx="375480" cy="1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0840" tIns="30600" rIns="60840" bIns="30600" anchor="ctr">
            <a:noAutofit/>
          </a:bodyPr>
          <a:p>
            <a:pPr algn="r" defTabSz="914400">
              <a:lnSpc>
                <a:spcPct val="100000"/>
              </a:lnSpc>
            </a:pPr>
            <a:fld id="{53059CA4-0DCB-4BCF-9A4A-B904F827088C}" type="slidenum">
              <a:rPr lang="en-US" sz="800" b="1" u="none" strike="noStrike">
                <a:solidFill>
                  <a:schemeClr val="lt1"/>
                </a:solidFill>
                <a:effectLst/>
                <a:uFillTx/>
                <a:latin typeface="Rubik SemiBold"/>
              </a:rPr>
              <a:t>&lt;Foliennummer&gt;</a:t>
            </a:fld>
            <a:endParaRPr lang="de-DE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 hasCustomPrompt="1"/>
          </p:nvPr>
        </p:nvSpPr>
        <p:spPr>
          <a:xfrm>
            <a:off x="1944720" y="520920"/>
            <a:ext cx="8302320" cy="590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 defTabSz="914040">
              <a:lnSpc>
                <a:spcPct val="10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lt1"/>
                </a:solidFill>
                <a:effectLst/>
                <a:uFillTx/>
                <a:latin typeface="Rubik SemiBold"/>
              </a:defRPr>
            </a:lvl1pPr>
          </a:lstStyle>
          <a:p>
            <a:pPr indent="0" algn="ctr" defTabSz="91404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lt1"/>
                </a:solidFill>
                <a:effectLst/>
                <a:uFillTx/>
                <a:latin typeface="Rubik SemiBold"/>
              </a:rPr>
              <a:t>Das ist eine Headline</a:t>
            </a:r>
            <a:endParaRPr lang="en-US" sz="3600" b="0" u="none" strike="noStrike">
              <a:solidFill>
                <a:schemeClr val="lt1"/>
              </a:solidFill>
              <a:effectLst/>
              <a:uFillTx/>
              <a:latin typeface="Rubik SemiBold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Format des Titeltextes durch Klicken bearbeiten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Überschrift (1-zeilig) + 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rafik 3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458720" y="65160"/>
            <a:ext cx="1619280" cy="590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PlaceHolder 1"/>
          <p:cNvSpPr>
            <a:spLocks noGrp="1"/>
          </p:cNvSpPr>
          <p:nvPr>
            <p:ph type="body" hasCustomPrompt="1"/>
          </p:nvPr>
        </p:nvSpPr>
        <p:spPr>
          <a:xfrm>
            <a:off x="280080" y="263520"/>
            <a:ext cx="5815800" cy="20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04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1200" b="1" u="none" strike="noStrike">
                <a:solidFill>
                  <a:srgbClr val="101010"/>
                </a:solidFill>
                <a:effectLst/>
                <a:uFillTx/>
                <a:latin typeface="Rubik SemiBold"/>
              </a:defRPr>
            </a:lvl1pPr>
          </a:lstStyle>
          <a:p>
            <a:pPr indent="0" algn="l" defTabSz="91404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200" b="1" u="none" strike="noStrike">
                <a:solidFill>
                  <a:srgbClr val="101010"/>
                </a:solidFill>
                <a:effectLst/>
                <a:uFillTx/>
                <a:latin typeface="Rubik SemiBold"/>
              </a:rPr>
              <a:t>Kapitel hinzufügen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body" hasCustomPrompt="1"/>
          </p:nvPr>
        </p:nvSpPr>
        <p:spPr>
          <a:xfrm>
            <a:off x="1944720" y="520920"/>
            <a:ext cx="8302320" cy="590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 defTabSz="914040">
              <a:lnSpc>
                <a:spcPct val="10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rgbClr val="101010"/>
                </a:solidFill>
                <a:effectLst/>
                <a:uFillTx/>
                <a:latin typeface="Rubik SemiBold"/>
              </a:defRPr>
            </a:lvl1pPr>
          </a:lstStyle>
          <a:p>
            <a:pPr indent="0" algn="ctr" defTabSz="91404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rgbClr val="101010"/>
                </a:solidFill>
                <a:effectLst/>
                <a:uFillTx/>
                <a:latin typeface="Rubik SemiBold"/>
              </a:rPr>
              <a:t>Das ist eine einzeilige Headline</a:t>
            </a:r>
            <a:endParaRPr lang="de-DE" sz="36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body"/>
          </p:nvPr>
        </p:nvSpPr>
        <p:spPr>
          <a:xfrm>
            <a:off x="1944720" y="1594080"/>
            <a:ext cx="8302320" cy="3972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040">
              <a:lnSpc>
                <a:spcPct val="100000"/>
              </a:lnSpc>
              <a:spcBef>
                <a:spcPts val="1001"/>
              </a:spcBef>
              <a:buSzPct val="100000"/>
              <a:buBlip>
                <a:blip r:embed="rId4"/>
              </a:buBlip>
              <a:tabLst>
                <a:tab pos="0" algn="l"/>
              </a:tabLst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1pPr>
            <a:lvl2pPr lvl="1" algn="l" defTabSz="914040">
              <a:lnSpc>
                <a:spcPct val="100000"/>
              </a:lnSpc>
              <a:spcBef>
                <a:spcPts val="1001"/>
              </a:spcBef>
              <a:buSzPct val="100000"/>
              <a:buBlip>
                <a:blip r:embed="rId5"/>
              </a:buBlip>
              <a:tabLst>
                <a:tab pos="0" algn="l"/>
              </a:tabLst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2pPr>
            <a:lvl3pPr lvl="2" algn="l" defTabSz="914040">
              <a:lnSpc>
                <a:spcPct val="100000"/>
              </a:lnSpc>
              <a:spcBef>
                <a:spcPts val="1001"/>
              </a:spcBef>
              <a:buSzPct val="100000"/>
              <a:buBlip>
                <a:blip r:embed="rId6"/>
              </a:buBlip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3pPr>
            <a:lvl4pPr lvl="3" algn="l" defTabSz="914040">
              <a:lnSpc>
                <a:spcPct val="100000"/>
              </a:lnSpc>
              <a:spcBef>
                <a:spcPts val="1001"/>
              </a:spcBef>
              <a:buSzPct val="100000"/>
              <a:buBlip>
                <a:blip r:embed="rId7"/>
              </a:buBlip>
              <a:tabLst>
                <a:tab pos="0" algn="l"/>
              </a:tabLst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4pPr>
            <a:lvl5pPr lvl="4" algn="l" defTabSz="914040">
              <a:lnSpc>
                <a:spcPct val="100000"/>
              </a:lnSpc>
              <a:spcBef>
                <a:spcPts val="1001"/>
              </a:spcBef>
              <a:buSzPct val="100000"/>
              <a:buBlip>
                <a:blip r:embed="rId8"/>
              </a:buBlip>
              <a:tabLst>
                <a:tab pos="0" algn="l"/>
              </a:tabLst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5pPr>
          </a:lstStyle>
          <a:p>
            <a:pPr marL="272880" indent="-263520" algn="l" defTabSz="914040">
              <a:lnSpc>
                <a:spcPct val="100000"/>
              </a:lnSpc>
              <a:spcBef>
                <a:spcPts val="1001"/>
              </a:spcBef>
              <a:buSzPct val="100000"/>
              <a:buBlip>
                <a:blip r:embed="rId9"/>
              </a:buBlip>
              <a:tabLst>
                <a:tab pos="0" algn="l"/>
              </a:tabLst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Mastertextformat bearbeiten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272880" lvl="1" indent="-263520" algn="l" defTabSz="914040">
              <a:lnSpc>
                <a:spcPct val="100000"/>
              </a:lnSpc>
              <a:spcBef>
                <a:spcPts val="1001"/>
              </a:spcBef>
              <a:buSzPct val="100000"/>
              <a:buBlip>
                <a:blip r:embed="rId10"/>
              </a:buBlip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Zweite 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272880" lvl="2" indent="-263520" algn="l" defTabSz="914040">
              <a:lnSpc>
                <a:spcPct val="100000"/>
              </a:lnSpc>
              <a:spcBef>
                <a:spcPts val="1001"/>
              </a:spcBef>
              <a:buSzPct val="100000"/>
              <a:buBlip>
                <a:blip r:embed="rId11"/>
              </a:buBlip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Dritte Ebene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272880" lvl="3" indent="-263520" algn="l" defTabSz="914040">
              <a:lnSpc>
                <a:spcPct val="100000"/>
              </a:lnSpc>
              <a:spcBef>
                <a:spcPts val="1001"/>
              </a:spcBef>
              <a:buSzPct val="100000"/>
              <a:buBlip>
                <a:blip r:embed="rId12"/>
              </a:buBlip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Vierte Ebene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272880" lvl="4" indent="-263520" algn="l" defTabSz="914040">
              <a:lnSpc>
                <a:spcPct val="100000"/>
              </a:lnSpc>
              <a:spcBef>
                <a:spcPts val="1001"/>
              </a:spcBef>
              <a:buSzPct val="100000"/>
              <a:buBlip>
                <a:blip r:embed="rId13"/>
              </a:buBlip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Fünfte Ebene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</p:txBody>
      </p:sp>
      <p:sp>
        <p:nvSpPr>
          <p:cNvPr id="118" name="Slide Number Placeholder 5"/>
          <p:cNvSpPr/>
          <p:nvPr/>
        </p:nvSpPr>
        <p:spPr>
          <a:xfrm>
            <a:off x="11547720" y="6444000"/>
            <a:ext cx="375480" cy="1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0840" tIns="30600" rIns="60840" bIns="30600" anchor="ctr">
            <a:noAutofit/>
          </a:bodyPr>
          <a:p>
            <a:pPr algn="r" defTabSz="914400">
              <a:lnSpc>
                <a:spcPct val="100000"/>
              </a:lnSpc>
            </a:pPr>
            <a:fld id="{B0E46683-6BCF-4EA7-A76E-1F273134C761}" type="slidenum">
              <a:rPr lang="en-US" sz="800" b="1" u="none" strike="noStrike">
                <a:solidFill>
                  <a:srgbClr val="101010"/>
                </a:solidFill>
                <a:effectLst/>
                <a:uFillTx/>
                <a:latin typeface="Rubik SemiBold"/>
              </a:rPr>
              <a:t>&lt;Foliennummer&gt;</a:t>
            </a:fld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 des Titeltextes durch Klicken bearbeiten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Überschrift (2-zeilig) + 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rafik 3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458720" y="65160"/>
            <a:ext cx="1619280" cy="590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PlaceHolder 1"/>
          <p:cNvSpPr>
            <a:spLocks noGrp="1"/>
          </p:cNvSpPr>
          <p:nvPr>
            <p:ph type="body" hasCustomPrompt="1"/>
          </p:nvPr>
        </p:nvSpPr>
        <p:spPr>
          <a:xfrm>
            <a:off x="280080" y="263520"/>
            <a:ext cx="5815800" cy="20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04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1200" b="1" u="none" strike="noStrike">
                <a:solidFill>
                  <a:srgbClr val="101010"/>
                </a:solidFill>
                <a:effectLst/>
                <a:uFillTx/>
                <a:latin typeface="Rubik SemiBold"/>
              </a:defRPr>
            </a:lvl1pPr>
          </a:lstStyle>
          <a:p>
            <a:pPr indent="0" algn="l" defTabSz="91404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200" b="1" u="none" strike="noStrike">
                <a:solidFill>
                  <a:srgbClr val="101010"/>
                </a:solidFill>
                <a:effectLst/>
                <a:uFillTx/>
                <a:latin typeface="Rubik SemiBold"/>
              </a:rPr>
              <a:t>Kapitel hinzufügen</a:t>
            </a:r>
            <a:endParaRPr lang="de-DE" sz="1200" b="0" u="none" strike="noStrike">
              <a:solidFill>
                <a:srgbClr val="101010"/>
              </a:solidFill>
              <a:effectLst/>
              <a:uFillTx/>
              <a:latin typeface="Rubik SemiBold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1944720" y="2147400"/>
            <a:ext cx="8302320" cy="3972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040">
              <a:lnSpc>
                <a:spcPct val="100000"/>
              </a:lnSpc>
              <a:spcBef>
                <a:spcPts val="1001"/>
              </a:spcBef>
              <a:buSzPct val="100000"/>
              <a:buBlip>
                <a:blip r:embed="rId4"/>
              </a:buBlip>
              <a:tabLst>
                <a:tab pos="0" algn="l"/>
              </a:tabLst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1pPr>
            <a:lvl2pPr lvl="1" algn="l" defTabSz="914040">
              <a:lnSpc>
                <a:spcPct val="100000"/>
              </a:lnSpc>
              <a:spcBef>
                <a:spcPts val="1001"/>
              </a:spcBef>
              <a:buSzPct val="100000"/>
              <a:buBlip>
                <a:blip r:embed="rId5"/>
              </a:buBlip>
              <a:tabLst>
                <a:tab pos="0" algn="l"/>
              </a:tabLst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2pPr>
            <a:lvl3pPr lvl="2" algn="l" defTabSz="914040">
              <a:lnSpc>
                <a:spcPct val="100000"/>
              </a:lnSpc>
              <a:spcBef>
                <a:spcPts val="1001"/>
              </a:spcBef>
              <a:buSzPct val="100000"/>
              <a:buBlip>
                <a:blip r:embed="rId6"/>
              </a:buBlip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3pPr>
            <a:lvl4pPr lvl="3" algn="l" defTabSz="914040">
              <a:lnSpc>
                <a:spcPct val="100000"/>
              </a:lnSpc>
              <a:spcBef>
                <a:spcPts val="1001"/>
              </a:spcBef>
              <a:buSzPct val="100000"/>
              <a:buBlip>
                <a:blip r:embed="rId7"/>
              </a:buBlip>
              <a:tabLst>
                <a:tab pos="0" algn="l"/>
              </a:tabLst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4pPr>
            <a:lvl5pPr lvl="4" algn="l" defTabSz="914040">
              <a:lnSpc>
                <a:spcPct val="100000"/>
              </a:lnSpc>
              <a:spcBef>
                <a:spcPts val="1001"/>
              </a:spcBef>
              <a:buSzPct val="100000"/>
              <a:buBlip>
                <a:blip r:embed="rId8"/>
              </a:buBlip>
              <a:tabLst>
                <a:tab pos="0" algn="l"/>
              </a:tabLst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Rubik"/>
              </a:defRPr>
            </a:lvl5pPr>
          </a:lstStyle>
          <a:p>
            <a:pPr marL="272880" indent="-263520" algn="l" defTabSz="914040">
              <a:lnSpc>
                <a:spcPct val="100000"/>
              </a:lnSpc>
              <a:spcBef>
                <a:spcPts val="1001"/>
              </a:spcBef>
              <a:buSzPct val="100000"/>
              <a:buBlip>
                <a:blip r:embed="rId9"/>
              </a:buBlip>
              <a:tabLst>
                <a:tab pos="0" algn="l"/>
              </a:tabLst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Mastertextformat bearbeiten</a:t>
            </a:r>
            <a:endParaRPr lang="de-DE" sz="2400" b="0" u="none" strike="noStrike">
              <a:solidFill>
                <a:srgbClr val="101010"/>
              </a:solidFill>
              <a:effectLst/>
              <a:uFillTx/>
              <a:latin typeface="Rubik SemiBold"/>
            </a:endParaRPr>
          </a:p>
          <a:p>
            <a:pPr marL="272880" lvl="1" indent="-263520" algn="l" defTabSz="914040">
              <a:lnSpc>
                <a:spcPct val="100000"/>
              </a:lnSpc>
              <a:spcBef>
                <a:spcPts val="1001"/>
              </a:spcBef>
              <a:buSzPct val="100000"/>
              <a:buBlip>
                <a:blip r:embed="rId10"/>
              </a:buBlip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Zweite 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272880" lvl="2" indent="-263520" algn="l" defTabSz="914040">
              <a:lnSpc>
                <a:spcPct val="100000"/>
              </a:lnSpc>
              <a:spcBef>
                <a:spcPts val="1001"/>
              </a:spcBef>
              <a:buSzPct val="100000"/>
              <a:buBlip>
                <a:blip r:embed="rId11"/>
              </a:buBlip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Dritte Ebene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272880" lvl="3" indent="-263520" algn="l" defTabSz="914040">
              <a:lnSpc>
                <a:spcPct val="100000"/>
              </a:lnSpc>
              <a:spcBef>
                <a:spcPts val="1001"/>
              </a:spcBef>
              <a:buSzPct val="100000"/>
              <a:buBlip>
                <a:blip r:embed="rId12"/>
              </a:buBlip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Vierte Ebene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272880" lvl="4" indent="-263520" algn="l" defTabSz="914040">
              <a:lnSpc>
                <a:spcPct val="100000"/>
              </a:lnSpc>
              <a:spcBef>
                <a:spcPts val="1001"/>
              </a:spcBef>
              <a:buSzPct val="100000"/>
              <a:buBlip>
                <a:blip r:embed="rId13"/>
              </a:buBlip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Fünfte Ebene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body" hasCustomPrompt="1"/>
          </p:nvPr>
        </p:nvSpPr>
        <p:spPr>
          <a:xfrm>
            <a:off x="1944720" y="520920"/>
            <a:ext cx="8302320" cy="1139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 defTabSz="914040">
              <a:lnSpc>
                <a:spcPct val="10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rgbClr val="101010"/>
                </a:solidFill>
                <a:effectLst/>
                <a:uFillTx/>
                <a:latin typeface="Rubik SemiBold"/>
              </a:defRPr>
            </a:lvl1pPr>
          </a:lstStyle>
          <a:p>
            <a:pPr indent="0" algn="ctr" defTabSz="91404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rgbClr val="101010"/>
                </a:solidFill>
                <a:effectLst/>
                <a:uFillTx/>
                <a:latin typeface="Rubik SemiBold"/>
              </a:rPr>
              <a:t>Das ist eine </a:t>
            </a:r>
            <a:br>
              <a:rPr sz="3600"/>
            </a:br>
            <a:r>
              <a:rPr lang="de-DE" sz="3600" b="0" u="none" strike="noStrike">
                <a:solidFill>
                  <a:srgbClr val="101010"/>
                </a:solidFill>
                <a:effectLst/>
                <a:uFillTx/>
                <a:latin typeface="Rubik SemiBold"/>
              </a:rPr>
              <a:t>zweizeilige Headline</a:t>
            </a:r>
            <a:endParaRPr lang="de-DE" sz="3600" b="0" u="none" strike="noStrike">
              <a:solidFill>
                <a:srgbClr val="101010"/>
              </a:solidFill>
              <a:effectLst/>
              <a:uFillTx/>
              <a:latin typeface="Rubik SemiBold"/>
            </a:endParaRPr>
          </a:p>
        </p:txBody>
      </p:sp>
      <p:sp>
        <p:nvSpPr>
          <p:cNvPr id="124" name="Slide Number Placeholder 5"/>
          <p:cNvSpPr/>
          <p:nvPr/>
        </p:nvSpPr>
        <p:spPr>
          <a:xfrm>
            <a:off x="11547720" y="6444000"/>
            <a:ext cx="375480" cy="1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0840" tIns="30600" rIns="60840" bIns="30600" anchor="ctr">
            <a:noAutofit/>
          </a:bodyPr>
          <a:p>
            <a:pPr algn="r" defTabSz="914400">
              <a:lnSpc>
                <a:spcPct val="100000"/>
              </a:lnSpc>
            </a:pPr>
            <a:fld id="{EF8EB775-E7DB-4311-95F1-97EF0F0C89BA}" type="slidenum">
              <a:rPr lang="en-US" sz="800" b="1" u="none" strike="noStrike">
                <a:solidFill>
                  <a:srgbClr val="101010"/>
                </a:solidFill>
                <a:effectLst/>
                <a:uFillTx/>
                <a:latin typeface="Rubik SemiBold"/>
              </a:rPr>
              <a:t>&lt;Foliennummer&gt;</a:t>
            </a:fld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Überschrift (1-zeilig) + Inhalt (Dark HG)">
    <p:bg>
      <p:bgPr>
        <a:solidFill>
          <a:srgbClr val="1400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rafik 3"/>
          <p:cNvPicPr/>
          <p:nvPr/>
        </p:nvPicPr>
        <p:blipFill>
          <a:blip r:embed="rId2"/>
          <a:stretch/>
        </p:blipFill>
        <p:spPr>
          <a:xfrm>
            <a:off x="10461240" y="65160"/>
            <a:ext cx="1613880" cy="590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PlaceHolder 1"/>
          <p:cNvSpPr>
            <a:spLocks noGrp="1"/>
          </p:cNvSpPr>
          <p:nvPr>
            <p:ph type="body" hasCustomPrompt="1"/>
          </p:nvPr>
        </p:nvSpPr>
        <p:spPr>
          <a:xfrm>
            <a:off x="280080" y="263520"/>
            <a:ext cx="5815800" cy="20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04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1200" b="1" u="none" strike="noStrike">
                <a:solidFill>
                  <a:schemeClr val="lt1"/>
                </a:solidFill>
                <a:effectLst/>
                <a:uFillTx/>
                <a:latin typeface="Rubik SemiBold"/>
              </a:defRPr>
            </a:lvl1pPr>
          </a:lstStyle>
          <a:p>
            <a:pPr indent="0" algn="l" defTabSz="91404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200" b="1" u="none" strike="noStrike">
                <a:solidFill>
                  <a:schemeClr val="lt1"/>
                </a:solidFill>
                <a:effectLst/>
                <a:uFillTx/>
                <a:latin typeface="Rubik SemiBold"/>
              </a:rPr>
              <a:t>Kapitel hinzufügen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Rubik"/>
            </a:endParaRPr>
          </a:p>
        </p:txBody>
      </p:sp>
      <p:sp>
        <p:nvSpPr>
          <p:cNvPr id="127" name="Slide Number Placeholder 5"/>
          <p:cNvSpPr/>
          <p:nvPr/>
        </p:nvSpPr>
        <p:spPr>
          <a:xfrm>
            <a:off x="11547720" y="6444000"/>
            <a:ext cx="375480" cy="1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0840" tIns="30600" rIns="60840" bIns="30600" anchor="ctr">
            <a:noAutofit/>
          </a:bodyPr>
          <a:p>
            <a:pPr algn="r" defTabSz="914400">
              <a:lnSpc>
                <a:spcPct val="100000"/>
              </a:lnSpc>
            </a:pPr>
            <a:fld id="{335A4462-9CD4-42CD-B790-A11C2E4002A9}" type="slidenum">
              <a:rPr lang="en-US" sz="800" b="1" u="none" strike="noStrike">
                <a:solidFill>
                  <a:srgbClr val="101010"/>
                </a:solidFill>
                <a:effectLst/>
                <a:uFillTx/>
                <a:latin typeface="Rubik SemiBold"/>
              </a:rPr>
              <a:t>&lt;Foliennummer&gt;</a:t>
            </a:fld>
            <a:endParaRPr lang="de-DE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body" hasCustomPrompt="1"/>
          </p:nvPr>
        </p:nvSpPr>
        <p:spPr>
          <a:xfrm>
            <a:off x="1944720" y="520920"/>
            <a:ext cx="8302320" cy="590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 defTabSz="914040">
              <a:lnSpc>
                <a:spcPct val="10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lt1"/>
                </a:solidFill>
                <a:effectLst/>
                <a:uFillTx/>
                <a:latin typeface="Rubik SemiBold"/>
              </a:defRPr>
            </a:lvl1pPr>
          </a:lstStyle>
          <a:p>
            <a:pPr indent="0" algn="ctr" defTabSz="91404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lt1"/>
                </a:solidFill>
                <a:effectLst/>
                <a:uFillTx/>
                <a:latin typeface="Rubik SemiBold"/>
              </a:rPr>
              <a:t>Das ist eine einzeilige Headline</a:t>
            </a:r>
            <a:endParaRPr lang="en-US" sz="3600" b="0" u="none" strike="noStrike">
              <a:solidFill>
                <a:schemeClr val="lt1"/>
              </a:solidFill>
              <a:effectLst/>
              <a:uFillTx/>
              <a:latin typeface="Rubik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body"/>
          </p:nvPr>
        </p:nvSpPr>
        <p:spPr>
          <a:xfrm>
            <a:off x="1944720" y="1594080"/>
            <a:ext cx="8302320" cy="367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040">
              <a:lnSpc>
                <a:spcPct val="100000"/>
              </a:lnSpc>
              <a:spcBef>
                <a:spcPts val="1001"/>
              </a:spcBef>
              <a:buSzPct val="100000"/>
              <a:buBlip>
                <a:blip r:embed="rId3"/>
              </a:buBlip>
              <a:tabLst>
                <a:tab pos="0" algn="l"/>
              </a:tabLst>
              <a:defRPr lang="de-DE" sz="2400" b="0" u="none" strike="noStrike">
                <a:solidFill>
                  <a:schemeClr val="lt1"/>
                </a:solidFill>
                <a:effectLst/>
                <a:uFillTx/>
                <a:latin typeface="Rubik"/>
              </a:defRPr>
            </a:lvl1pPr>
            <a:lvl2pPr lvl="1" algn="l" defTabSz="914040">
              <a:lnSpc>
                <a:spcPct val="100000"/>
              </a:lnSpc>
              <a:spcBef>
                <a:spcPts val="499"/>
              </a:spcBef>
              <a:buClr>
                <a:srgbClr val="C8FF00"/>
              </a:buClr>
              <a:buFont typeface="Arial"/>
              <a:buChar char="•"/>
              <a:tabLst>
                <a:tab pos="0" algn="l"/>
              </a:tabLst>
              <a:defRPr lang="de-DE" sz="2000" b="0" u="none" strike="noStrike">
                <a:solidFill>
                  <a:schemeClr val="lt1"/>
                </a:solidFill>
                <a:effectLst/>
                <a:uFillTx/>
                <a:latin typeface="Rubik"/>
              </a:defRPr>
            </a:lvl2pPr>
            <a:lvl3pPr lvl="2" algn="l" defTabSz="914040">
              <a:lnSpc>
                <a:spcPct val="100000"/>
              </a:lnSpc>
              <a:spcBef>
                <a:spcPts val="499"/>
              </a:spcBef>
              <a:buClr>
                <a:srgbClr val="C8FF00"/>
              </a:buClr>
              <a:buFont typeface="Wingdings" charset="2"/>
              <a:buChar char=""/>
              <a:tabLst>
                <a:tab pos="0" algn="l"/>
              </a:tabLst>
              <a:defRPr lang="de-DE" sz="1600" b="0" u="none" strike="noStrike">
                <a:solidFill>
                  <a:schemeClr val="lt1"/>
                </a:solidFill>
                <a:effectLst/>
                <a:uFillTx/>
                <a:latin typeface="Rubik"/>
              </a:defRPr>
            </a:lvl3pPr>
            <a:lvl4pPr lvl="3" algn="l" defTabSz="914040">
              <a:lnSpc>
                <a:spcPct val="100000"/>
              </a:lnSpc>
              <a:spcBef>
                <a:spcPts val="499"/>
              </a:spcBef>
              <a:buClr>
                <a:srgbClr val="C8FF00"/>
              </a:buClr>
              <a:buFont typeface="Symbol" charset="2"/>
              <a:buChar char=""/>
              <a:tabLst>
                <a:tab pos="0" algn="l"/>
              </a:tabLst>
              <a:defRPr lang="de-DE" sz="1400" b="0" u="none" strike="noStrike">
                <a:solidFill>
                  <a:schemeClr val="lt1"/>
                </a:solidFill>
                <a:effectLst/>
                <a:uFillTx/>
                <a:latin typeface="Rubik"/>
              </a:defRPr>
            </a:lvl4pPr>
            <a:lvl5pPr lvl="4" algn="l" defTabSz="914040">
              <a:lnSpc>
                <a:spcPct val="100000"/>
              </a:lnSpc>
              <a:spcBef>
                <a:spcPts val="499"/>
              </a:spcBef>
              <a:buClr>
                <a:srgbClr val="C8FF00"/>
              </a:buClr>
              <a:buFont typeface="Arial"/>
              <a:buChar char="•"/>
              <a:tabLst>
                <a:tab pos="0" algn="l"/>
              </a:tabLst>
              <a:defRPr lang="de-DE" sz="1400" b="0" u="none" strike="noStrike">
                <a:solidFill>
                  <a:schemeClr val="lt1"/>
                </a:solidFill>
                <a:effectLst/>
                <a:uFillTx/>
                <a:latin typeface="Rubik"/>
              </a:defRPr>
            </a:lvl5pPr>
          </a:lstStyle>
          <a:p>
            <a:pPr marL="228600" indent="-228600" algn="l" defTabSz="914040">
              <a:lnSpc>
                <a:spcPct val="100000"/>
              </a:lnSpc>
              <a:spcBef>
                <a:spcPts val="1001"/>
              </a:spcBef>
              <a:buSzPct val="100000"/>
              <a:buBlip>
                <a:blip r:embed="rId4"/>
              </a:buBlip>
              <a:tabLst>
                <a:tab pos="0" algn="l"/>
              </a:tabLst>
            </a:pPr>
            <a:r>
              <a:rPr lang="de-DE" sz="2400" b="0" u="none" strike="noStrike">
                <a:solidFill>
                  <a:schemeClr val="lt1"/>
                </a:solidFill>
                <a:effectLst/>
                <a:uFillTx/>
                <a:latin typeface="Rubik"/>
              </a:rPr>
              <a:t>Mastertextformat bearbeiten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Rubik"/>
            </a:endParaRPr>
          </a:p>
          <a:p>
            <a:pPr marL="685800" lvl="1" indent="-228600" algn="l" defTabSz="914040">
              <a:lnSpc>
                <a:spcPct val="100000"/>
              </a:lnSpc>
              <a:spcBef>
                <a:spcPts val="499"/>
              </a:spcBef>
              <a:buClr>
                <a:srgbClr val="C8FF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2000" b="0" u="none" strike="noStrike">
                <a:solidFill>
                  <a:schemeClr val="lt1"/>
                </a:solidFill>
                <a:effectLst/>
                <a:uFillTx/>
                <a:latin typeface="Rubik"/>
              </a:rPr>
              <a:t>Zweite Ebene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Rubik"/>
            </a:endParaRPr>
          </a:p>
          <a:p>
            <a:pPr marL="1142640" lvl="2" indent="-228600" algn="l" defTabSz="914040">
              <a:lnSpc>
                <a:spcPct val="100000"/>
              </a:lnSpc>
              <a:spcBef>
                <a:spcPts val="499"/>
              </a:spcBef>
              <a:buClr>
                <a:srgbClr val="C8FF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lt1"/>
                </a:solidFill>
                <a:effectLst/>
                <a:uFillTx/>
                <a:latin typeface="Rubik"/>
              </a:rPr>
              <a:t>Dritte Ebene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Rubik"/>
            </a:endParaRPr>
          </a:p>
          <a:p>
            <a:pPr marL="1599840" lvl="3" indent="-228600" algn="l" defTabSz="914040">
              <a:lnSpc>
                <a:spcPct val="100000"/>
              </a:lnSpc>
              <a:spcBef>
                <a:spcPts val="499"/>
              </a:spcBef>
              <a:buClr>
                <a:srgbClr val="C8FF00"/>
              </a:buClr>
              <a:buFont typeface="Symbol" charset="2"/>
              <a:buChar char="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lt1"/>
                </a:solidFill>
                <a:effectLst/>
                <a:uFillTx/>
                <a:latin typeface="Rubik"/>
              </a:rPr>
              <a:t>Vierte Ebene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Rubik"/>
            </a:endParaRPr>
          </a:p>
          <a:p>
            <a:pPr marL="2057040" lvl="4" indent="-228600" algn="l" defTabSz="914040">
              <a:lnSpc>
                <a:spcPct val="100000"/>
              </a:lnSpc>
              <a:spcBef>
                <a:spcPts val="499"/>
              </a:spcBef>
              <a:buClr>
                <a:srgbClr val="C8FF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lt1"/>
                </a:solidFill>
                <a:effectLst/>
                <a:uFillTx/>
                <a:latin typeface="Rubik"/>
              </a:rPr>
              <a:t>Fünfte Ebene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Rubik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hyperlink" Target="https://de.wikipedia.org/wiki/Software-Entwicklung" TargetMode="External"/><Relationship Id="rId2" Type="http://schemas.openxmlformats.org/officeDocument/2006/relationships/hyperlink" Target="https://de.wikipedia.org/wiki/Quelltext" TargetMode="External"/><Relationship Id="rId3" Type="http://schemas.openxmlformats.org/officeDocument/2006/relationships/hyperlink" Target="https://de.wikipedia.org/wiki/Lesbarkeit" TargetMode="External"/><Relationship Id="rId4" Type="http://schemas.openxmlformats.org/officeDocument/2006/relationships/hyperlink" Target="https://de.wikipedia.org/wiki/Wartbarkeit" TargetMode="External"/><Relationship Id="rId5" Type="http://schemas.openxmlformats.org/officeDocument/2006/relationships/hyperlink" Target="https://de.wikipedia.org/wiki/Fehler#Fehleranalyse_und_Fehlerbereinigung" TargetMode="External"/><Relationship Id="rId6" Type="http://schemas.openxmlformats.org/officeDocument/2006/relationships/hyperlink" Target="https://de.wikipedia.org/wiki/Refactoring" TargetMode="External"/><Relationship Id="rId7" Type="http://schemas.openxmlformats.org/officeDocument/2006/relationships/slideLayout" Target="../slideLayouts/slideLayout1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7.png"/><Relationship Id="rId3" Type="http://schemas.openxmlformats.org/officeDocument/2006/relationships/image" Target="../media/image7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2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8.png"/><Relationship Id="rId3" Type="http://schemas.openxmlformats.org/officeDocument/2006/relationships/image" Target="../media/image8.png"/><Relationship Id="rId4" Type="http://schemas.openxmlformats.org/officeDocument/2006/relationships/hyperlink" Target="https://www.stepsize.com/blog/the-ultimate-engineers-guide-to-refactoring" TargetMode="External"/><Relationship Id="rId5" Type="http://schemas.openxmlformats.org/officeDocument/2006/relationships/image" Target="../media/image12.png"/><Relationship Id="rId6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7.png"/><Relationship Id="rId3" Type="http://schemas.openxmlformats.org/officeDocument/2006/relationships/hyperlink" Target="https://medium.com/@duyy.uit/good-code-bad-code-ba901749345f" TargetMode="External"/><Relationship Id="rId4" Type="http://schemas.openxmlformats.org/officeDocument/2006/relationships/image" Target="../media/image13.jpeg"/><Relationship Id="rId5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2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20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20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slideLayout" Target="../slideLayouts/slideLayout2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slideLayout" Target="../slideLayouts/slideLayout20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8.png"/><Relationship Id="rId3" Type="http://schemas.openxmlformats.org/officeDocument/2006/relationships/image" Target="../media/image24.png"/><Relationship Id="rId4" Type="http://schemas.openxmlformats.org/officeDocument/2006/relationships/slideLayout" Target="../slideLayouts/slideLayout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7.png"/><Relationship Id="rId3" Type="http://schemas.openxmlformats.org/officeDocument/2006/relationships/image" Target="../media/image7.png"/><Relationship Id="rId4" Type="http://schemas.openxmlformats.org/officeDocument/2006/relationships/image" Target="../media/image25.png"/><Relationship Id="rId5" Type="http://schemas.openxmlformats.org/officeDocument/2006/relationships/image" Target="../media/image26.svg"/><Relationship Id="rId6" Type="http://schemas.openxmlformats.org/officeDocument/2006/relationships/image" Target="../media/image25.png"/><Relationship Id="rId7" Type="http://schemas.openxmlformats.org/officeDocument/2006/relationships/image" Target="../media/image26.svg"/><Relationship Id="rId8" Type="http://schemas.openxmlformats.org/officeDocument/2006/relationships/hyperlink" Target="https://peps.python.org/pep-0020/" TargetMode="External"/><Relationship Id="rId9" Type="http://schemas.openxmlformats.org/officeDocument/2006/relationships/hyperlink" Target="https://peps.python.org/pep-0020/" TargetMode="External"/><Relationship Id="rId10" Type="http://schemas.openxmlformats.org/officeDocument/2006/relationships/hyperlink" Target="https://peps.python.org/pep-0020/" TargetMode="External"/><Relationship Id="rId11" Type="http://schemas.openxmlformats.org/officeDocument/2006/relationships/slideLayout" Target="../slideLayouts/slideLayout2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7.png"/><Relationship Id="rId3" Type="http://schemas.openxmlformats.org/officeDocument/2006/relationships/image" Target="../media/image7.png"/><Relationship Id="rId4" Type="http://schemas.openxmlformats.org/officeDocument/2006/relationships/image" Target="../media/image7.png"/><Relationship Id="rId5" Type="http://schemas.openxmlformats.org/officeDocument/2006/relationships/image" Target="../media/image27.png"/><Relationship Id="rId6" Type="http://schemas.openxmlformats.org/officeDocument/2006/relationships/image" Target="../media/image27.png"/><Relationship Id="rId7" Type="http://schemas.openxmlformats.org/officeDocument/2006/relationships/hyperlink" Target="https://peps.python.org/pep-0008/" TargetMode="External"/><Relationship Id="rId8" Type="http://schemas.openxmlformats.org/officeDocument/2006/relationships/slideLayout" Target="../slideLayouts/slideLayout2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slideLayout" Target="../slideLayouts/slideLayout20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/>
          </p:nvPr>
        </p:nvSpPr>
        <p:spPr>
          <a:xfrm>
            <a:off x="1067760" y="4009680"/>
            <a:ext cx="9903240" cy="81792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rmAutofit/>
          </a:bodyPr>
          <a:p>
            <a:pPr indent="0" algn="l" defTabSz="914040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Rubik"/>
              </a:rPr>
              <a:t>Python-Code sauberer gestalten</a:t>
            </a:r>
            <a:endParaRPr lang="en-US" sz="1800" b="1" u="none" strike="noStrike">
              <a:solidFill>
                <a:schemeClr val="lt1"/>
              </a:solidFill>
              <a:effectLst/>
              <a:uFillTx/>
              <a:latin typeface="Rubik SemiBold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1067760" y="1445040"/>
            <a:ext cx="9903240" cy="224136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b">
            <a:normAutofit/>
          </a:bodyPr>
          <a:p>
            <a:pPr indent="0" algn="l" defTabSz="914040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4800" b="1" u="none" strike="noStrike">
                <a:solidFill>
                  <a:schemeClr val="lt1"/>
                </a:solidFill>
                <a:effectLst/>
                <a:uFillTx/>
                <a:latin typeface="Rubik SemiBold"/>
              </a:rPr>
              <a:t>Refactoring und Code-Qualität</a:t>
            </a:r>
            <a:endParaRPr lang="en-US" sz="4800" b="1" u="none" strike="noStrike">
              <a:solidFill>
                <a:schemeClr val="lt1"/>
              </a:solidFill>
              <a:effectLst/>
              <a:uFillTx/>
              <a:latin typeface="Rubik SemiBol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hasCustomPrompt="1"/>
          </p:nvPr>
        </p:nvSpPr>
        <p:spPr>
          <a:xfrm>
            <a:off x="280080" y="263520"/>
            <a:ext cx="5815800" cy="20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91404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200" b="1" u="none" strike="noStrike">
                <a:solidFill>
                  <a:srgbClr val="101010"/>
                </a:solidFill>
                <a:effectLst/>
                <a:uFillTx/>
                <a:latin typeface="Rubik SemiBold"/>
              </a:rPr>
              <a:t>Refactoring und Code-Qualität</a:t>
            </a:r>
            <a:endParaRPr lang="en-US" sz="1200" b="1" u="none" strike="noStrike">
              <a:solidFill>
                <a:srgbClr val="101010"/>
              </a:solidFill>
              <a:effectLst/>
              <a:uFillTx/>
              <a:latin typeface="Rubik SemiBold"/>
            </a:endParaRPr>
          </a:p>
        </p:txBody>
      </p:sp>
      <p:sp>
        <p:nvSpPr>
          <p:cNvPr id="133" name="Textfeld 2"/>
          <p:cNvSpPr/>
          <p:nvPr/>
        </p:nvSpPr>
        <p:spPr>
          <a:xfrm>
            <a:off x="823680" y="1776960"/>
            <a:ext cx="10012680" cy="25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de-DE" sz="1800" b="1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Refactoring</a:t>
            </a: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 (auch </a:t>
            </a:r>
            <a:r>
              <a:rPr lang="de-DE" sz="1800" b="1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Refaktorisierung</a:t>
            </a: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, </a:t>
            </a:r>
            <a:r>
              <a:rPr lang="de-DE" sz="1800" b="1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Refaktorierung</a:t>
            </a: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 oder </a:t>
            </a:r>
            <a:r>
              <a:rPr lang="de-DE" sz="1800" b="1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Restrukturierung</a:t>
            </a: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) bezeichnet in der </a:t>
            </a:r>
            <a:r>
              <a:rPr lang="de-DE" sz="1800" b="0" u="sng" strike="noStrike">
                <a:solidFill>
                  <a:schemeClr val="dk1"/>
                </a:solidFill>
                <a:effectLst/>
                <a:uFillTx/>
                <a:latin typeface="Rubik"/>
                <a:hlinkClick r:id="rId1"/>
              </a:rPr>
              <a:t>Software-Entwicklung</a:t>
            </a: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 die manuelle oder automatisierte Struktur-verbesserung von </a:t>
            </a:r>
            <a:r>
              <a:rPr lang="de-DE" sz="1800" b="0" u="sng" strike="noStrike">
                <a:solidFill>
                  <a:schemeClr val="dk1"/>
                </a:solidFill>
                <a:effectLst/>
                <a:uFillTx/>
                <a:latin typeface="Rubik"/>
                <a:hlinkClick r:id="rId2"/>
              </a:rPr>
              <a:t>Quelltexten</a:t>
            </a: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 unter Beibehaltung des beobachtbaren Programmverhaltens. 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Dabei sollen </a:t>
            </a:r>
            <a:r>
              <a:rPr lang="de-DE" sz="1800" b="0" u="sng" strike="noStrike">
                <a:solidFill>
                  <a:schemeClr val="dk1"/>
                </a:solidFill>
                <a:effectLst/>
                <a:uFillTx/>
                <a:latin typeface="Rubik"/>
                <a:hlinkClick r:id="rId3"/>
              </a:rPr>
              <a:t>Lesbarkeit</a:t>
            </a: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, Verständlichkeit, </a:t>
            </a:r>
            <a:r>
              <a:rPr lang="de-DE" sz="1800" b="0" u="sng" strike="noStrike">
                <a:solidFill>
                  <a:schemeClr val="dk1"/>
                </a:solidFill>
                <a:effectLst/>
                <a:uFillTx/>
                <a:latin typeface="Rubik"/>
                <a:hlinkClick r:id="rId4"/>
              </a:rPr>
              <a:t>Wartbarkeit</a:t>
            </a: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 und Erweiterbarkeit verbessert werden, mit dem Ziel, den jeweiligen Aufwand für </a:t>
            </a:r>
            <a:r>
              <a:rPr lang="de-DE" sz="1800" b="0" u="sng" strike="noStrike">
                <a:solidFill>
                  <a:schemeClr val="dk1"/>
                </a:solidFill>
                <a:effectLst/>
                <a:uFillTx/>
                <a:latin typeface="Rubik"/>
                <a:hlinkClick r:id="rId5"/>
              </a:rPr>
              <a:t>Fehleranalyse</a:t>
            </a: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 und funktionale Erweiterungen deutlich zu senken.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de-DE" sz="1200" b="0" i="1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Quelle: </a:t>
            </a:r>
            <a:r>
              <a:rPr lang="de-DE" sz="1200" b="0" i="1" u="sng" strike="noStrike">
                <a:solidFill>
                  <a:schemeClr val="dk1"/>
                </a:solidFill>
                <a:effectLst/>
                <a:uFillTx/>
                <a:latin typeface="Rubik"/>
                <a:hlinkClick r:id="rId6"/>
              </a:rPr>
              <a:t>https://de.wikipedia.org/wiki/Refactoring</a:t>
            </a:r>
            <a:r>
              <a:rPr lang="de-DE" sz="1200" b="0" i="1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/>
          </p:nvPr>
        </p:nvSpPr>
        <p:spPr>
          <a:xfrm>
            <a:off x="1067760" y="4009680"/>
            <a:ext cx="9903240" cy="81792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Autofit/>
          </a:bodyPr>
          <a:p>
            <a:pPr indent="0" algn="l" defTabSz="91404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Rubik"/>
              </a:rPr>
              <a:t>Guido van Rossum, Autor von Python</a:t>
            </a:r>
            <a:endParaRPr lang="en-US" sz="1800" b="1" u="none" strike="noStrike">
              <a:solidFill>
                <a:schemeClr val="lt1"/>
              </a:solidFill>
              <a:effectLst/>
              <a:uFillTx/>
              <a:latin typeface="Rubik SemiBold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1067760" y="1445040"/>
            <a:ext cx="9903240" cy="224136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b">
            <a:noAutofit/>
          </a:bodyPr>
          <a:p>
            <a:pPr indent="0" algn="l" defTabSz="91404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4800" b="1" u="none" strike="noStrike">
                <a:solidFill>
                  <a:schemeClr val="lt1"/>
                </a:solidFill>
                <a:effectLst/>
                <a:uFillTx/>
                <a:latin typeface="Rubik SemiBold"/>
              </a:rPr>
              <a:t>„Code is read much more often than it is written.“</a:t>
            </a:r>
            <a:endParaRPr lang="en-US" sz="4800" b="1" u="none" strike="noStrike">
              <a:solidFill>
                <a:schemeClr val="lt1"/>
              </a:solidFill>
              <a:effectLst/>
              <a:uFillTx/>
              <a:latin typeface="Rubik SemiBol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hasCustomPrompt="1"/>
          </p:nvPr>
        </p:nvSpPr>
        <p:spPr>
          <a:xfrm>
            <a:off x="280080" y="263520"/>
            <a:ext cx="5815800" cy="20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91404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200" b="1" u="none" strike="noStrike">
                <a:solidFill>
                  <a:srgbClr val="101010"/>
                </a:solidFill>
                <a:effectLst/>
                <a:uFillTx/>
                <a:latin typeface="Rubik SemiBold"/>
              </a:rPr>
              <a:t>Refactoring und Code-Qualität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indent="0" algn="l" defTabSz="91404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12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hasCustomPrompt="1"/>
          </p:nvPr>
        </p:nvSpPr>
        <p:spPr>
          <a:xfrm>
            <a:off x="1944720" y="520920"/>
            <a:ext cx="8302320" cy="590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ctr" defTabSz="91404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600" b="1" u="none" strike="noStrike">
                <a:solidFill>
                  <a:srgbClr val="101010"/>
                </a:solidFill>
                <a:effectLst/>
                <a:uFillTx/>
                <a:latin typeface="Rubik SemiBold"/>
              </a:rPr>
              <a:t>Was bringt sauberer Code?</a:t>
            </a:r>
            <a:endParaRPr lang="de-DE" sz="36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/>
          </p:nvPr>
        </p:nvSpPr>
        <p:spPr>
          <a:xfrm>
            <a:off x="1563840" y="1566360"/>
            <a:ext cx="9064440" cy="3972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352440" indent="-342720" algn="l" defTabSz="914040">
              <a:lnSpc>
                <a:spcPct val="100000"/>
              </a:lnSpc>
              <a:spcBef>
                <a:spcPts val="1001"/>
              </a:spcBef>
              <a:buSzPct val="100000"/>
              <a:buBlip>
                <a:blip r:embed="rId1"/>
              </a:buBlip>
              <a:tabLst>
                <a:tab pos="0" algn="l"/>
              </a:tabLst>
            </a:pPr>
            <a:r>
              <a:rPr lang="de-DE" sz="2400" b="1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Fehler lassen sich schneller finden und beheben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352440" indent="-342720" algn="l" defTabSz="914040">
              <a:lnSpc>
                <a:spcPct val="100000"/>
              </a:lnSpc>
              <a:spcBef>
                <a:spcPts val="1001"/>
              </a:spcBef>
              <a:buSzPct val="100000"/>
              <a:buBlip>
                <a:blip r:embed="rId2"/>
              </a:buBlip>
              <a:tabLst>
                <a:tab pos="0" algn="l"/>
              </a:tabLst>
            </a:pPr>
            <a:r>
              <a:rPr lang="de-DE" sz="2400" b="1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Bessere Zusammenarbeit im Team:</a:t>
            </a:r>
            <a:br>
              <a:rPr sz="2400"/>
            </a:b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Einheitliche und lesbare Struktur erspart allen Zeit, besonders wenn mehrere an einem Projekt arbeiten.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352440" indent="-342720" algn="l" defTabSz="914040">
              <a:lnSpc>
                <a:spcPct val="100000"/>
              </a:lnSpc>
              <a:spcBef>
                <a:spcPts val="1001"/>
              </a:spcBef>
              <a:buSzPct val="100000"/>
              <a:buBlip>
                <a:blip r:embed="rId3"/>
              </a:buBlip>
              <a:tabLst>
                <a:tab pos="0" algn="l"/>
              </a:tabLst>
            </a:pPr>
            <a:r>
              <a:rPr lang="de-DE" sz="2400" b="1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Einfachere Wartung und Erweiterung:</a:t>
            </a:r>
            <a:br>
              <a:rPr sz="2400"/>
            </a:b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Kann später leichter neue Funktionen einbauen, ohne gleich alles neu machen zu müssen.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352440" indent="-342720" algn="l" defTabSz="914040">
              <a:lnSpc>
                <a:spcPct val="100000"/>
              </a:lnSpc>
              <a:spcBef>
                <a:spcPts val="1001"/>
              </a:spcBef>
              <a:buSzPct val="100000"/>
              <a:buBlip>
                <a:blip r:embed="rId4"/>
              </a:buBlip>
              <a:tabLst>
                <a:tab pos="0" algn="l"/>
              </a:tabLst>
            </a:pPr>
            <a:r>
              <a:rPr lang="de-DE" sz="2400" b="1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Du sparst deinem zukünftigen Ich viel Arbeit:</a:t>
            </a:r>
            <a:br>
              <a:rPr sz="2400"/>
            </a:b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Spätestens beim nächsten Update ist jeder dankbar, wenn der Code nach ein paar Wochen noch verständlich ist.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9360" indent="0" algn="l" defTabSz="91404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24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9360" indent="0" algn="l" defTabSz="91404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24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hasCustomPrompt="1"/>
          </p:nvPr>
        </p:nvSpPr>
        <p:spPr>
          <a:xfrm>
            <a:off x="713160" y="709920"/>
            <a:ext cx="5382360" cy="210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91404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200" b="1" u="none" strike="noStrike">
                <a:solidFill>
                  <a:srgbClr val="101010"/>
                </a:solidFill>
                <a:effectLst/>
                <a:uFillTx/>
                <a:latin typeface="Rubik SemiBold"/>
              </a:rPr>
              <a:t>Refactoring und Code-Qualität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indent="0" algn="l" defTabSz="91404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2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713160" y="1045440"/>
            <a:ext cx="5382360" cy="590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91404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600" b="1" u="none" strike="noStrike">
                <a:solidFill>
                  <a:srgbClr val="101010"/>
                </a:solidFill>
                <a:effectLst/>
                <a:uFillTx/>
                <a:latin typeface="Rubik SemiBold"/>
              </a:rPr>
              <a:t>Refactoring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/>
          </p:nvPr>
        </p:nvSpPr>
        <p:spPr>
          <a:xfrm>
            <a:off x="713160" y="1920240"/>
            <a:ext cx="5382360" cy="4059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228600" indent="-228600" algn="l" defTabSz="914040">
              <a:lnSpc>
                <a:spcPct val="100000"/>
              </a:lnSpc>
              <a:spcBef>
                <a:spcPts val="1001"/>
              </a:spcBef>
              <a:buSzPct val="100000"/>
              <a:buBlip>
                <a:blip r:embed="rId1"/>
              </a:buBlip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Refactoring bedeutet, </a:t>
            </a:r>
            <a:r>
              <a:rPr lang="de-DE" sz="1800" b="1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den Aufbau von Code zu verbessern</a:t>
            </a: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, ohne das ursprüngliche Verhalten zu verändern.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228600" indent="-228600" algn="l" defTabSz="914040">
              <a:lnSpc>
                <a:spcPct val="100000"/>
              </a:lnSpc>
              <a:spcBef>
                <a:spcPts val="1001"/>
              </a:spcBef>
              <a:buSzPct val="100000"/>
              <a:buBlip>
                <a:blip r:embed="rId2"/>
              </a:buBlip>
              <a:tabLst>
                <a:tab pos="0" algn="l"/>
              </a:tabLst>
            </a:pPr>
            <a:r>
              <a:rPr lang="de-DE" sz="1800" b="1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Warum ist Refactoring sinnvoll?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685800" lvl="1" indent="-22860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Klarheit schaffen: Der Code wird verständlicher, du findest dich schneller zurecht.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685800" lvl="1" indent="-22860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Wartungsaufwand verringern: Fehler lassen sich früher erkennen; Erweiterungen werden leichter.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685800" lvl="1" indent="-22860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Nachhaltigkeit: Reduziert „technische Schulden“, die sich sonst im Projekt ansammeln.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228600" indent="-228600" algn="l" defTabSz="914040">
              <a:lnSpc>
                <a:spcPct val="100000"/>
              </a:lnSpc>
              <a:spcBef>
                <a:spcPts val="1001"/>
              </a:spcBef>
              <a:buSzPct val="100000"/>
              <a:buBlip>
                <a:blip r:embed="rId3"/>
              </a:buBlip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Wichtig: </a:t>
            </a:r>
            <a:r>
              <a:rPr lang="de-DE" sz="1800" b="0" i="1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Funktion bleibt gleich. Struktur wird besser.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</p:txBody>
      </p:sp>
      <p:sp>
        <p:nvSpPr>
          <p:cNvPr id="142" name="Textfeld 9"/>
          <p:cNvSpPr/>
          <p:nvPr/>
        </p:nvSpPr>
        <p:spPr>
          <a:xfrm>
            <a:off x="6737760" y="5474160"/>
            <a:ext cx="445428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Quelle: </a:t>
            </a:r>
            <a:r>
              <a:rPr lang="de-DE" sz="1200" b="0" u="sng" strike="noStrike">
                <a:solidFill>
                  <a:schemeClr val="dk1"/>
                </a:solidFill>
                <a:effectLst/>
                <a:uFillTx/>
                <a:latin typeface="Calibri"/>
                <a:hlinkClick r:id="rId4"/>
              </a:rPr>
              <a:t>stepsize.com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3" name="Picture 4" descr="The cost of fixing tech debt"/>
          <p:cNvPicPr/>
          <p:nvPr/>
        </p:nvPicPr>
        <p:blipFill>
          <a:blip r:embed="rId5"/>
          <a:stretch/>
        </p:blipFill>
        <p:spPr>
          <a:xfrm>
            <a:off x="6095880" y="1635840"/>
            <a:ext cx="5466240" cy="3757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hasCustomPrompt="1"/>
          </p:nvPr>
        </p:nvSpPr>
        <p:spPr>
          <a:xfrm>
            <a:off x="5949360" y="1047240"/>
            <a:ext cx="5382360" cy="210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91404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200" b="1" u="none" strike="noStrike">
                <a:solidFill>
                  <a:srgbClr val="101010"/>
                </a:solidFill>
                <a:effectLst/>
                <a:uFillTx/>
                <a:latin typeface="Rubik SemiBold"/>
              </a:rPr>
              <a:t>Refactoring und Code-Qualität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indent="0" algn="l" defTabSz="91404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2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5949360" y="1290600"/>
            <a:ext cx="6065640" cy="1182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91404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200" b="1" u="none" strike="noStrike">
                <a:solidFill>
                  <a:srgbClr val="101010"/>
                </a:solidFill>
                <a:effectLst/>
                <a:uFillTx/>
                <a:latin typeface="Rubik SemiBold"/>
              </a:rPr>
              <a:t>Wann ist Refactoring sinnvoll?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/>
          </p:nvPr>
        </p:nvSpPr>
        <p:spPr>
          <a:xfrm>
            <a:off x="5949360" y="2506680"/>
            <a:ext cx="5382360" cy="4059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228600" indent="-228600" algn="l" defTabSz="914040">
              <a:lnSpc>
                <a:spcPct val="100000"/>
              </a:lnSpc>
              <a:spcBef>
                <a:spcPts val="1001"/>
              </a:spcBef>
              <a:buSzPct val="100000"/>
              <a:buBlip>
                <a:blip r:embed="rId1"/>
              </a:buBlip>
              <a:tabLst>
                <a:tab pos="0" algn="l"/>
              </a:tabLst>
            </a:pPr>
            <a:r>
              <a:rPr lang="de-DE" sz="2000" b="1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Code Smells - </a:t>
            </a: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typische Strukturen im Code, die ein Refactoring nahe legen: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685800" lvl="1" indent="-22860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Wiederholter Code (</a:t>
            </a:r>
            <a:r>
              <a:rPr lang="de-DE" sz="1800" b="0" i="1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„Code Duplication“</a:t>
            </a: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)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685800" lvl="1" indent="-22860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Lange, komplexe Funktionen (</a:t>
            </a:r>
            <a:r>
              <a:rPr lang="de-DE" sz="1800" b="0" i="1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„God Function“</a:t>
            </a: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)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685800" lvl="1" indent="-22860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Unklare oder kryptische Namen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685800" lvl="1" indent="-22860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Funktionen oder Klassen mit zu vielen Aufgaben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685800" lvl="1" indent="-22860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Inkonsistente Formatierung oder Stil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228600" indent="-228600" algn="l" defTabSz="914040">
              <a:lnSpc>
                <a:spcPct val="100000"/>
              </a:lnSpc>
              <a:spcBef>
                <a:spcPts val="1001"/>
              </a:spcBef>
              <a:buSzPct val="100000"/>
              <a:buBlip>
                <a:blip r:embed="rId2"/>
              </a:buBlip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Keine objektiven Kriterien: Jedes Projekt hat seine eigenen Anforderungen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</p:txBody>
      </p:sp>
      <p:sp>
        <p:nvSpPr>
          <p:cNvPr id="147" name="Textfeld 9"/>
          <p:cNvSpPr/>
          <p:nvPr/>
        </p:nvSpPr>
        <p:spPr>
          <a:xfrm>
            <a:off x="713160" y="5141880"/>
            <a:ext cx="494316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Quelle: </a:t>
            </a:r>
            <a:r>
              <a:rPr lang="de-DE" sz="1200" b="0" u="sng" strike="noStrike">
                <a:solidFill>
                  <a:schemeClr val="dk1"/>
                </a:solidFill>
                <a:effectLst/>
                <a:uFillTx/>
                <a:latin typeface="Calibri"/>
                <a:hlinkClick r:id="rId3"/>
              </a:rPr>
              <a:t>medium.com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8" name="Picture 4" descr="Good code — Bad code. Good product must be made from good… | by Y Nguyen |  Medium"/>
          <p:cNvPicPr/>
          <p:nvPr/>
        </p:nvPicPr>
        <p:blipFill>
          <a:blip r:embed="rId4"/>
          <a:stretch/>
        </p:blipFill>
        <p:spPr>
          <a:xfrm>
            <a:off x="582120" y="2160360"/>
            <a:ext cx="5074560" cy="2536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hasCustomPrompt="1"/>
          </p:nvPr>
        </p:nvSpPr>
        <p:spPr>
          <a:xfrm>
            <a:off x="280080" y="263520"/>
            <a:ext cx="5815800" cy="20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91404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200" b="1" u="none" strike="noStrike">
                <a:solidFill>
                  <a:schemeClr val="lt1"/>
                </a:solidFill>
                <a:effectLst/>
                <a:uFillTx/>
                <a:latin typeface="Rubik SemiBold"/>
              </a:rPr>
              <a:t>Refactoring und Code-Qualität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Rubik SemiBold"/>
            </a:endParaRPr>
          </a:p>
          <a:p>
            <a:pPr indent="0" algn="l" defTabSz="91404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200" b="0" u="none" strike="noStrike">
              <a:solidFill>
                <a:schemeClr val="lt1"/>
              </a:solidFill>
              <a:effectLst/>
              <a:uFillTx/>
              <a:latin typeface="Rubik SemiBold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 hasCustomPrompt="1"/>
          </p:nvPr>
        </p:nvSpPr>
        <p:spPr>
          <a:xfrm>
            <a:off x="1944720" y="520920"/>
            <a:ext cx="8302320" cy="590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ctr" defTabSz="91404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200" b="1" u="none" strike="noStrike">
                <a:solidFill>
                  <a:schemeClr val="lt1"/>
                </a:solidFill>
                <a:effectLst/>
                <a:uFillTx/>
                <a:latin typeface="Rubik SemiBold"/>
              </a:rPr>
              <a:t>Tipp 1: Duplizierung entfernen</a:t>
            </a:r>
            <a:endParaRPr lang="en-US" sz="3200" b="0" u="none" strike="noStrike">
              <a:solidFill>
                <a:schemeClr val="lt1"/>
              </a:solidFill>
              <a:effectLst/>
              <a:uFillTx/>
              <a:latin typeface="Rubik SemiBold"/>
            </a:endParaRPr>
          </a:p>
        </p:txBody>
      </p:sp>
      <p:sp>
        <p:nvSpPr>
          <p:cNvPr id="151" name="Rectangle: Rounded Corners 1"/>
          <p:cNvSpPr/>
          <p:nvPr/>
        </p:nvSpPr>
        <p:spPr>
          <a:xfrm>
            <a:off x="2283120" y="1468800"/>
            <a:ext cx="1676880" cy="509760"/>
          </a:xfrm>
          <a:prstGeom prst="roundRect">
            <a:avLst>
              <a:gd name="adj" fmla="val 16667"/>
            </a:avLst>
          </a:prstGeom>
          <a:solidFill>
            <a:srgbClr val="5500EB"/>
          </a:solidFill>
          <a:ln w="25400">
            <a:noFill/>
          </a:ln>
          <a:effectLst>
            <a:outerShdw algn="tl" dir="2700000" dist="88586" rotWithShape="0">
              <a:srgbClr val="140046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88000" tIns="108000" rIns="288000" bIns="180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2000" b="1" u="none" strike="noStrike">
                <a:solidFill>
                  <a:srgbClr val="FFFFFF"/>
                </a:solidFill>
                <a:effectLst/>
                <a:uFillTx/>
                <a:latin typeface="Rubik SemiBold"/>
              </a:rPr>
              <a:t>Vorher</a:t>
            </a:r>
            <a:endParaRPr lang="de-DE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Rectangle: Rounded Corners 1"/>
          <p:cNvSpPr/>
          <p:nvPr/>
        </p:nvSpPr>
        <p:spPr>
          <a:xfrm>
            <a:off x="8043120" y="1440000"/>
            <a:ext cx="2396880" cy="543600"/>
          </a:xfrm>
          <a:prstGeom prst="roundRect">
            <a:avLst>
              <a:gd name="adj" fmla="val 16667"/>
            </a:avLst>
          </a:prstGeom>
          <a:solidFill>
            <a:srgbClr val="5500EB"/>
          </a:solidFill>
          <a:ln w="25400">
            <a:noFill/>
          </a:ln>
          <a:effectLst>
            <a:outerShdw algn="tl" dir="2700000" dist="88586" rotWithShape="0">
              <a:srgbClr val="140046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88000" tIns="108000" rIns="288000" bIns="180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2000" b="1" u="none" strike="noStrike">
                <a:solidFill>
                  <a:srgbClr val="FFFFFF"/>
                </a:solidFill>
                <a:effectLst/>
                <a:uFillTx/>
                <a:latin typeface="Rubik SemiBold"/>
              </a:rPr>
              <a:t>Nachher</a:t>
            </a:r>
            <a:endParaRPr lang="de-DE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3" name="Grafik 2"/>
          <p:cNvPicPr/>
          <p:nvPr/>
        </p:nvPicPr>
        <p:blipFill>
          <a:blip r:embed="rId1"/>
          <a:stretch/>
        </p:blipFill>
        <p:spPr>
          <a:xfrm>
            <a:off x="716040" y="2031840"/>
            <a:ext cx="4943880" cy="847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4" name="Grafik 7"/>
          <p:cNvPicPr/>
          <p:nvPr/>
        </p:nvPicPr>
        <p:blipFill>
          <a:blip r:embed="rId2"/>
          <a:srcRect l="0" t="0" r="15457" b="0"/>
          <a:stretch/>
        </p:blipFill>
        <p:spPr>
          <a:xfrm>
            <a:off x="6998400" y="2031840"/>
            <a:ext cx="4477320" cy="1152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hasCustomPrompt="1"/>
          </p:nvPr>
        </p:nvSpPr>
        <p:spPr>
          <a:xfrm>
            <a:off x="280080" y="263520"/>
            <a:ext cx="5815800" cy="20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91404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200" b="1" u="none" strike="noStrike">
                <a:solidFill>
                  <a:schemeClr val="lt1"/>
                </a:solidFill>
                <a:effectLst/>
                <a:uFillTx/>
                <a:latin typeface="Rubik SemiBold"/>
              </a:rPr>
              <a:t>Refactoring und Code-Qualität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Rubik SemiBold"/>
            </a:endParaRPr>
          </a:p>
          <a:p>
            <a:pPr indent="0" algn="l" defTabSz="91404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200" b="0" u="none" strike="noStrike">
              <a:solidFill>
                <a:schemeClr val="lt1"/>
              </a:solidFill>
              <a:effectLst/>
              <a:uFillTx/>
              <a:latin typeface="Rubik SemiBold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 hasCustomPrompt="1"/>
          </p:nvPr>
        </p:nvSpPr>
        <p:spPr>
          <a:xfrm>
            <a:off x="1944720" y="520920"/>
            <a:ext cx="8302320" cy="590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ctr" defTabSz="91404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200" b="1" u="none" strike="noStrike">
                <a:solidFill>
                  <a:schemeClr val="lt1"/>
                </a:solidFill>
                <a:effectLst/>
                <a:uFillTx/>
                <a:latin typeface="Rubik SemiBold"/>
              </a:rPr>
              <a:t>Tipp 2: Große Funktionen aufteilen</a:t>
            </a:r>
            <a:endParaRPr lang="en-US" sz="3200" b="0" u="none" strike="noStrike">
              <a:solidFill>
                <a:schemeClr val="lt1"/>
              </a:solidFill>
              <a:effectLst/>
              <a:uFillTx/>
              <a:latin typeface="Rubik SemiBold"/>
            </a:endParaRPr>
          </a:p>
        </p:txBody>
      </p:sp>
      <p:sp>
        <p:nvSpPr>
          <p:cNvPr id="157" name="Rectangle: Rounded Corners 1"/>
          <p:cNvSpPr/>
          <p:nvPr/>
        </p:nvSpPr>
        <p:spPr>
          <a:xfrm>
            <a:off x="2349360" y="1468800"/>
            <a:ext cx="1676880" cy="509760"/>
          </a:xfrm>
          <a:prstGeom prst="roundRect">
            <a:avLst>
              <a:gd name="adj" fmla="val 16667"/>
            </a:avLst>
          </a:prstGeom>
          <a:solidFill>
            <a:srgbClr val="5500EB"/>
          </a:solidFill>
          <a:ln w="25400">
            <a:noFill/>
          </a:ln>
          <a:effectLst>
            <a:outerShdw algn="tl" dir="2700000" dist="88586" rotWithShape="0">
              <a:srgbClr val="140046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88000" tIns="108000" rIns="288000" bIns="180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2000" b="1" u="none" strike="noStrike">
                <a:solidFill>
                  <a:srgbClr val="FFFFFF"/>
                </a:solidFill>
                <a:effectLst/>
                <a:uFillTx/>
                <a:latin typeface="Rubik SemiBold"/>
              </a:rPr>
              <a:t>Vorher</a:t>
            </a:r>
            <a:endParaRPr lang="de-DE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Rectangle: Rounded Corners 1"/>
          <p:cNvSpPr/>
          <p:nvPr/>
        </p:nvSpPr>
        <p:spPr>
          <a:xfrm>
            <a:off x="8100000" y="1416240"/>
            <a:ext cx="2062800" cy="543600"/>
          </a:xfrm>
          <a:prstGeom prst="roundRect">
            <a:avLst>
              <a:gd name="adj" fmla="val 16667"/>
            </a:avLst>
          </a:prstGeom>
          <a:solidFill>
            <a:srgbClr val="5500EB"/>
          </a:solidFill>
          <a:ln w="25400">
            <a:noFill/>
          </a:ln>
          <a:effectLst>
            <a:outerShdw algn="tl" dir="2700000" dist="88586" rotWithShape="0">
              <a:srgbClr val="140046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88000" tIns="108000" rIns="288000" bIns="180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2000" b="1" u="none" strike="noStrike">
                <a:solidFill>
                  <a:srgbClr val="FFFFFF"/>
                </a:solidFill>
                <a:effectLst/>
                <a:uFillTx/>
                <a:latin typeface="Rubik SemiBold"/>
              </a:rPr>
              <a:t>Nachher</a:t>
            </a:r>
            <a:endParaRPr lang="de-DE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9" name="Grafik 9"/>
          <p:cNvPicPr/>
          <p:nvPr/>
        </p:nvPicPr>
        <p:blipFill>
          <a:blip r:embed="rId1"/>
          <a:srcRect l="0" t="0" r="14847" b="0"/>
          <a:stretch/>
        </p:blipFill>
        <p:spPr>
          <a:xfrm>
            <a:off x="280080" y="2031840"/>
            <a:ext cx="5815800" cy="223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0" name="Grafik 11"/>
          <p:cNvPicPr/>
          <p:nvPr/>
        </p:nvPicPr>
        <p:blipFill>
          <a:blip r:embed="rId2"/>
          <a:srcRect l="0" t="0" r="19470" b="0"/>
          <a:stretch/>
        </p:blipFill>
        <p:spPr>
          <a:xfrm>
            <a:off x="6411600" y="2031840"/>
            <a:ext cx="5500080" cy="3638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hasCustomPrompt="1"/>
          </p:nvPr>
        </p:nvSpPr>
        <p:spPr>
          <a:xfrm>
            <a:off x="280080" y="263520"/>
            <a:ext cx="5815800" cy="20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91404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200" b="1" u="none" strike="noStrike">
                <a:solidFill>
                  <a:schemeClr val="lt1"/>
                </a:solidFill>
                <a:effectLst/>
                <a:uFillTx/>
                <a:latin typeface="Rubik SemiBold"/>
              </a:rPr>
              <a:t>Refactoring und Code-Qualität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Rubik SemiBold"/>
            </a:endParaRPr>
          </a:p>
          <a:p>
            <a:pPr indent="0" algn="l" defTabSz="91404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200" b="0" u="none" strike="noStrike">
              <a:solidFill>
                <a:schemeClr val="lt1"/>
              </a:solidFill>
              <a:effectLst/>
              <a:uFillTx/>
              <a:latin typeface="Rubik SemiBold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 hasCustomPrompt="1"/>
          </p:nvPr>
        </p:nvSpPr>
        <p:spPr>
          <a:xfrm>
            <a:off x="1944720" y="520920"/>
            <a:ext cx="8302320" cy="590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ctr" defTabSz="91404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200" b="1" u="none" strike="noStrike">
                <a:solidFill>
                  <a:schemeClr val="lt1"/>
                </a:solidFill>
                <a:effectLst/>
                <a:uFillTx/>
                <a:latin typeface="Rubik SemiBold"/>
              </a:rPr>
              <a:t>Tipp 3: (List-)Comprehensions</a:t>
            </a:r>
            <a:endParaRPr lang="en-US" sz="3200" b="0" u="none" strike="noStrike">
              <a:solidFill>
                <a:schemeClr val="lt1"/>
              </a:solidFill>
              <a:effectLst/>
              <a:uFillTx/>
              <a:latin typeface="Rubik SemiBold"/>
            </a:endParaRPr>
          </a:p>
        </p:txBody>
      </p:sp>
      <p:sp>
        <p:nvSpPr>
          <p:cNvPr id="163" name="Rectangle: Rounded Corners 1"/>
          <p:cNvSpPr/>
          <p:nvPr/>
        </p:nvSpPr>
        <p:spPr>
          <a:xfrm>
            <a:off x="2349360" y="1468800"/>
            <a:ext cx="1676880" cy="509760"/>
          </a:xfrm>
          <a:prstGeom prst="roundRect">
            <a:avLst>
              <a:gd name="adj" fmla="val 16667"/>
            </a:avLst>
          </a:prstGeom>
          <a:solidFill>
            <a:srgbClr val="5500EB"/>
          </a:solidFill>
          <a:ln w="25400">
            <a:noFill/>
          </a:ln>
          <a:effectLst>
            <a:outerShdw algn="tl" dir="2700000" dist="88586" rotWithShape="0">
              <a:srgbClr val="140046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88000" tIns="108000" rIns="288000" bIns="180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2000" b="1" u="none" strike="noStrike">
                <a:solidFill>
                  <a:srgbClr val="FFFFFF"/>
                </a:solidFill>
                <a:effectLst/>
                <a:uFillTx/>
                <a:latin typeface="Rubik SemiBold"/>
              </a:rPr>
              <a:t>Vorher</a:t>
            </a:r>
            <a:endParaRPr lang="de-DE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Rectangle: Rounded Corners 1"/>
          <p:cNvSpPr/>
          <p:nvPr/>
        </p:nvSpPr>
        <p:spPr>
          <a:xfrm>
            <a:off x="7765920" y="1436400"/>
            <a:ext cx="2134080" cy="543600"/>
          </a:xfrm>
          <a:prstGeom prst="roundRect">
            <a:avLst>
              <a:gd name="adj" fmla="val 16667"/>
            </a:avLst>
          </a:prstGeom>
          <a:solidFill>
            <a:srgbClr val="5500EB"/>
          </a:solidFill>
          <a:ln w="25400">
            <a:noFill/>
          </a:ln>
          <a:effectLst>
            <a:outerShdw algn="tl" dir="2700000" dist="88586" rotWithShape="0">
              <a:srgbClr val="140046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88000" tIns="108000" rIns="288000" bIns="180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2000" b="1" u="none" strike="noStrike">
                <a:solidFill>
                  <a:srgbClr val="FFFFFF"/>
                </a:solidFill>
                <a:effectLst/>
                <a:uFillTx/>
                <a:latin typeface="Rubik SemiBold"/>
              </a:rPr>
              <a:t>Nachher</a:t>
            </a:r>
            <a:endParaRPr lang="de-DE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5" name="Grafik 2"/>
          <p:cNvPicPr/>
          <p:nvPr/>
        </p:nvPicPr>
        <p:blipFill>
          <a:blip r:embed="rId1"/>
          <a:srcRect l="0" t="5849" r="0" b="0"/>
          <a:stretch/>
        </p:blipFill>
        <p:spPr>
          <a:xfrm>
            <a:off x="624960" y="2015280"/>
            <a:ext cx="5126040" cy="1311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6" name="Grafik 7"/>
          <p:cNvPicPr/>
          <p:nvPr/>
        </p:nvPicPr>
        <p:blipFill>
          <a:blip r:embed="rId2"/>
          <a:srcRect l="0" t="0" r="3419" b="0"/>
          <a:stretch/>
        </p:blipFill>
        <p:spPr>
          <a:xfrm>
            <a:off x="6095880" y="2015280"/>
            <a:ext cx="6001200" cy="749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hasCustomPrompt="1"/>
          </p:nvPr>
        </p:nvSpPr>
        <p:spPr>
          <a:xfrm>
            <a:off x="280080" y="263520"/>
            <a:ext cx="5815800" cy="20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91404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200" b="1" u="none" strike="noStrike">
                <a:solidFill>
                  <a:schemeClr val="lt1"/>
                </a:solidFill>
                <a:effectLst/>
                <a:uFillTx/>
                <a:latin typeface="Rubik SemiBold"/>
              </a:rPr>
              <a:t>Refactoring und Code-Qualität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Rubik SemiBold"/>
            </a:endParaRPr>
          </a:p>
          <a:p>
            <a:pPr indent="0" algn="l" defTabSz="91404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200" b="0" u="none" strike="noStrike">
              <a:solidFill>
                <a:schemeClr val="lt1"/>
              </a:solidFill>
              <a:effectLst/>
              <a:uFillTx/>
              <a:latin typeface="Rubik SemiBold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 hasCustomPrompt="1"/>
          </p:nvPr>
        </p:nvSpPr>
        <p:spPr>
          <a:xfrm>
            <a:off x="1944720" y="520920"/>
            <a:ext cx="8302320" cy="590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ctr" defTabSz="91404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200" b="1" u="none" strike="noStrike">
                <a:solidFill>
                  <a:schemeClr val="lt1"/>
                </a:solidFill>
                <a:effectLst/>
                <a:uFillTx/>
                <a:latin typeface="Rubik SemiBold"/>
              </a:rPr>
              <a:t>Tipp 4: Komplexe Bedingungen vereinfachen</a:t>
            </a:r>
            <a:endParaRPr lang="en-US" sz="3200" b="0" u="none" strike="noStrike">
              <a:solidFill>
                <a:schemeClr val="lt1"/>
              </a:solidFill>
              <a:effectLst/>
              <a:uFillTx/>
              <a:latin typeface="Rubik SemiBold"/>
            </a:endParaRPr>
          </a:p>
        </p:txBody>
      </p:sp>
      <p:sp>
        <p:nvSpPr>
          <p:cNvPr id="169" name="Rectangle: Rounded Corners 1"/>
          <p:cNvSpPr/>
          <p:nvPr/>
        </p:nvSpPr>
        <p:spPr>
          <a:xfrm>
            <a:off x="2349360" y="1468800"/>
            <a:ext cx="1676880" cy="509760"/>
          </a:xfrm>
          <a:prstGeom prst="roundRect">
            <a:avLst>
              <a:gd name="adj" fmla="val 16667"/>
            </a:avLst>
          </a:prstGeom>
          <a:solidFill>
            <a:srgbClr val="5500EB"/>
          </a:solidFill>
          <a:ln w="25400">
            <a:noFill/>
          </a:ln>
          <a:effectLst>
            <a:outerShdw algn="tl" dir="2700000" dist="88586" rotWithShape="0">
              <a:srgbClr val="140046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88000" tIns="108000" rIns="288000" bIns="180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2000" b="1" u="none" strike="noStrike">
                <a:solidFill>
                  <a:srgbClr val="FFFFFF"/>
                </a:solidFill>
                <a:effectLst/>
                <a:uFillTx/>
                <a:latin typeface="Rubik SemiBold"/>
              </a:rPr>
              <a:t>Vorher</a:t>
            </a:r>
            <a:endParaRPr lang="de-DE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Rectangle: Rounded Corners 1"/>
          <p:cNvSpPr/>
          <p:nvPr/>
        </p:nvSpPr>
        <p:spPr>
          <a:xfrm>
            <a:off x="8125920" y="1436400"/>
            <a:ext cx="2134080" cy="543600"/>
          </a:xfrm>
          <a:prstGeom prst="roundRect">
            <a:avLst>
              <a:gd name="adj" fmla="val 16667"/>
            </a:avLst>
          </a:prstGeom>
          <a:solidFill>
            <a:srgbClr val="5500EB"/>
          </a:solidFill>
          <a:ln w="25400">
            <a:noFill/>
          </a:ln>
          <a:effectLst>
            <a:outerShdw algn="tl" dir="2700000" dist="88586" rotWithShape="0">
              <a:srgbClr val="140046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88000" tIns="108000" rIns="288000" bIns="180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2000" b="1" u="none" strike="noStrike">
                <a:solidFill>
                  <a:srgbClr val="FFFFFF"/>
                </a:solidFill>
                <a:effectLst/>
                <a:uFillTx/>
                <a:latin typeface="Rubik SemiBold"/>
              </a:rPr>
              <a:t>Nachher</a:t>
            </a:r>
            <a:endParaRPr lang="de-DE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1" name="Grafik 5"/>
          <p:cNvPicPr/>
          <p:nvPr/>
        </p:nvPicPr>
        <p:blipFill>
          <a:blip r:embed="rId1"/>
          <a:stretch/>
        </p:blipFill>
        <p:spPr>
          <a:xfrm>
            <a:off x="406440" y="2031840"/>
            <a:ext cx="5563080" cy="1466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2" name="Grafik 10"/>
          <p:cNvPicPr/>
          <p:nvPr/>
        </p:nvPicPr>
        <p:blipFill>
          <a:blip r:embed="rId2"/>
          <a:stretch/>
        </p:blipFill>
        <p:spPr>
          <a:xfrm>
            <a:off x="6570000" y="2015280"/>
            <a:ext cx="5305680" cy="1780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hasCustomPrompt="1"/>
          </p:nvPr>
        </p:nvSpPr>
        <p:spPr>
          <a:xfrm>
            <a:off x="280080" y="263520"/>
            <a:ext cx="5815800" cy="20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91404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200" b="1" u="none" strike="noStrike">
                <a:solidFill>
                  <a:schemeClr val="lt1"/>
                </a:solidFill>
                <a:effectLst/>
                <a:uFillTx/>
                <a:latin typeface="Rubik SemiBold"/>
              </a:rPr>
              <a:t>Refactoring und Code-Qualität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Rubik SemiBold"/>
            </a:endParaRPr>
          </a:p>
          <a:p>
            <a:pPr indent="0" algn="l" defTabSz="91404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200" b="0" u="none" strike="noStrike">
              <a:solidFill>
                <a:schemeClr val="lt1"/>
              </a:solidFill>
              <a:effectLst/>
              <a:uFillTx/>
              <a:latin typeface="Rubik SemiBold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 hasCustomPrompt="1"/>
          </p:nvPr>
        </p:nvSpPr>
        <p:spPr>
          <a:xfrm>
            <a:off x="1944720" y="520920"/>
            <a:ext cx="8302320" cy="590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ctr" defTabSz="91404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200" b="1" u="none" strike="noStrike">
                <a:solidFill>
                  <a:schemeClr val="lt1"/>
                </a:solidFill>
                <a:effectLst/>
                <a:uFillTx/>
                <a:latin typeface="Rubik SemiBold"/>
              </a:rPr>
              <a:t>Tipp 5: Hardcoding vermeiden</a:t>
            </a:r>
            <a:endParaRPr lang="en-US" sz="3200" b="0" u="none" strike="noStrike">
              <a:solidFill>
                <a:schemeClr val="lt1"/>
              </a:solidFill>
              <a:effectLst/>
              <a:uFillTx/>
              <a:latin typeface="Rubik SemiBold"/>
            </a:endParaRPr>
          </a:p>
        </p:txBody>
      </p:sp>
      <p:sp>
        <p:nvSpPr>
          <p:cNvPr id="175" name="Rectangle: Rounded Corners 1"/>
          <p:cNvSpPr/>
          <p:nvPr/>
        </p:nvSpPr>
        <p:spPr>
          <a:xfrm>
            <a:off x="2349360" y="1468800"/>
            <a:ext cx="1676880" cy="509760"/>
          </a:xfrm>
          <a:prstGeom prst="roundRect">
            <a:avLst>
              <a:gd name="adj" fmla="val 16667"/>
            </a:avLst>
          </a:prstGeom>
          <a:solidFill>
            <a:srgbClr val="5500EB"/>
          </a:solidFill>
          <a:ln w="25400">
            <a:noFill/>
          </a:ln>
          <a:effectLst>
            <a:outerShdw algn="tl" dir="2700000" dist="88586" rotWithShape="0">
              <a:srgbClr val="140046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88000" tIns="108000" rIns="288000" bIns="180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2000" b="1" u="none" strike="noStrike">
                <a:solidFill>
                  <a:srgbClr val="FFFFFF"/>
                </a:solidFill>
                <a:effectLst/>
                <a:uFillTx/>
                <a:latin typeface="Rubik SemiBold"/>
              </a:rPr>
              <a:t>Vorher</a:t>
            </a:r>
            <a:endParaRPr lang="de-DE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Rectangle: Rounded Corners 1"/>
          <p:cNvSpPr/>
          <p:nvPr/>
        </p:nvSpPr>
        <p:spPr>
          <a:xfrm>
            <a:off x="7945920" y="1476000"/>
            <a:ext cx="2314080" cy="543600"/>
          </a:xfrm>
          <a:prstGeom prst="roundRect">
            <a:avLst>
              <a:gd name="adj" fmla="val 16667"/>
            </a:avLst>
          </a:prstGeom>
          <a:solidFill>
            <a:srgbClr val="5500EB"/>
          </a:solidFill>
          <a:ln w="25400">
            <a:noFill/>
          </a:ln>
          <a:effectLst>
            <a:outerShdw algn="tl" dir="2700000" dist="88586" rotWithShape="0">
              <a:srgbClr val="140046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88000" tIns="108000" rIns="288000" bIns="180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2000" b="1" u="none" strike="noStrike">
                <a:solidFill>
                  <a:srgbClr val="FFFFFF"/>
                </a:solidFill>
                <a:effectLst/>
                <a:uFillTx/>
                <a:latin typeface="Rubik SemiBold"/>
              </a:rPr>
              <a:t>Nachher</a:t>
            </a:r>
            <a:endParaRPr lang="de-DE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7" name="Grafik 2"/>
          <p:cNvPicPr/>
          <p:nvPr/>
        </p:nvPicPr>
        <p:blipFill>
          <a:blip r:embed="rId1"/>
          <a:stretch/>
        </p:blipFill>
        <p:spPr>
          <a:xfrm>
            <a:off x="911160" y="2031840"/>
            <a:ext cx="4553280" cy="1009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8" name="Grafik 7"/>
          <p:cNvPicPr/>
          <p:nvPr/>
        </p:nvPicPr>
        <p:blipFill>
          <a:blip r:embed="rId2"/>
          <a:stretch/>
        </p:blipFill>
        <p:spPr>
          <a:xfrm>
            <a:off x="6727320" y="2031840"/>
            <a:ext cx="4924800" cy="1180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hasCustomPrompt="1"/>
          </p:nvPr>
        </p:nvSpPr>
        <p:spPr>
          <a:xfrm>
            <a:off x="6481440" y="709920"/>
            <a:ext cx="5382360" cy="210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91404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200" b="1" u="none" strike="noStrike">
                <a:solidFill>
                  <a:srgbClr val="101010"/>
                </a:solidFill>
                <a:effectLst/>
                <a:uFillTx/>
                <a:latin typeface="Rubik SemiBold"/>
              </a:rPr>
              <a:t>Refactoring und Code-Qualität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6481440" y="2258640"/>
            <a:ext cx="5382360" cy="3471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228600" indent="-228600" algn="l" defTabSz="914040">
              <a:lnSpc>
                <a:spcPct val="100000"/>
              </a:lnSpc>
              <a:spcBef>
                <a:spcPts val="1001"/>
              </a:spcBef>
              <a:buSzPct val="100000"/>
              <a:buBlip>
                <a:blip r:embed="rId1"/>
              </a:buBlip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Beim Entwickeln neuer Features ist kontinuierliches Refactoring wichtig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228600" indent="-228600" algn="l" defTabSz="914040">
              <a:lnSpc>
                <a:spcPct val="100000"/>
              </a:lnSpc>
              <a:spcBef>
                <a:spcPts val="1001"/>
              </a:spcBef>
              <a:buSzPct val="100000"/>
              <a:buBlip>
                <a:blip r:embed="rId2"/>
              </a:buBlip>
              <a:tabLst>
                <a:tab pos="0" algn="l"/>
              </a:tabLst>
            </a:pPr>
            <a:r>
              <a:rPr lang="de-DE" sz="1800" b="1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Red-Green-Refactor:</a:t>
            </a:r>
            <a:br>
              <a:rPr sz="1800"/>
            </a:b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Best Practice aus dem Testgetriebenen Entwickeln (TDD, </a:t>
            </a:r>
            <a:r>
              <a:rPr lang="de-DE" sz="1800" b="0" i="1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„test driven development“</a:t>
            </a: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), auch fester Bestandteil agiler Methoden: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685800" lvl="1" indent="-22860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600" b="1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Red: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 Schreibe einen neuen Test, der fehlschlägt (gewünschtes Verhalten absichern).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685800" lvl="1" indent="-22860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600" b="1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Green: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 Schreibe nur so viel Code, dass der Test besteht.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685800" lvl="1" indent="-22860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600" b="1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Refactor: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 Optimiere jetzt den Code, ohne Funktionalität zu verändern – Tests müssen weiterhin grün bleiben.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indent="0" algn="l" defTabSz="91404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/>
          </p:nvPr>
        </p:nvSpPr>
        <p:spPr>
          <a:xfrm>
            <a:off x="6481440" y="1045440"/>
            <a:ext cx="5382360" cy="590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91404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200" b="1" u="none" strike="noStrike">
                <a:solidFill>
                  <a:srgbClr val="101010"/>
                </a:solidFill>
                <a:effectLst/>
                <a:uFillTx/>
                <a:latin typeface="Rubik SemiBold"/>
              </a:rPr>
              <a:t>Refactoring im Business-Kontext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</p:txBody>
      </p:sp>
      <p:pic>
        <p:nvPicPr>
          <p:cNvPr id="182" name="Picture 2" descr="What is Red, Green, Refactor"/>
          <p:cNvPicPr/>
          <p:nvPr/>
        </p:nvPicPr>
        <p:blipFill>
          <a:blip r:embed="rId3"/>
          <a:stretch/>
        </p:blipFill>
        <p:spPr>
          <a:xfrm>
            <a:off x="327600" y="1499760"/>
            <a:ext cx="5758560" cy="3958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hasCustomPrompt="1"/>
          </p:nvPr>
        </p:nvSpPr>
        <p:spPr>
          <a:xfrm>
            <a:off x="280080" y="263520"/>
            <a:ext cx="5815800" cy="20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91404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200" b="1" u="none" strike="noStrike">
                <a:solidFill>
                  <a:srgbClr val="101010"/>
                </a:solidFill>
                <a:effectLst/>
                <a:uFillTx/>
                <a:latin typeface="Rubik SemiBold"/>
              </a:rPr>
              <a:t>Refactoring und Code-Qualität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indent="0" algn="l" defTabSz="91404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12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 hasCustomPrompt="1"/>
          </p:nvPr>
        </p:nvSpPr>
        <p:spPr>
          <a:xfrm>
            <a:off x="1944720" y="520920"/>
            <a:ext cx="8302320" cy="590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ctr" defTabSz="91404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600" b="1" u="none" strike="noStrike">
                <a:solidFill>
                  <a:srgbClr val="101010"/>
                </a:solidFill>
                <a:effectLst/>
                <a:uFillTx/>
                <a:latin typeface="Rubik SemiBold"/>
              </a:rPr>
              <a:t>PEP 8 – Python Style Guide</a:t>
            </a:r>
            <a:endParaRPr lang="de-DE" sz="36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/>
          </p:nvPr>
        </p:nvSpPr>
        <p:spPr>
          <a:xfrm>
            <a:off x="1563840" y="1566360"/>
            <a:ext cx="9064440" cy="2756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352440" indent="-342720" algn="l" defTabSz="914040">
              <a:lnSpc>
                <a:spcPct val="100000"/>
              </a:lnSpc>
              <a:spcBef>
                <a:spcPts val="1001"/>
              </a:spcBef>
              <a:buSzPct val="100000"/>
              <a:buBlip>
                <a:blip r:embed="rId1"/>
              </a:buBlip>
              <a:tabLst>
                <a:tab pos="0" algn="l"/>
              </a:tabLst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PEP = </a:t>
            </a:r>
            <a:r>
              <a:rPr lang="de-DE" sz="2400" b="0" i="1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Python Enhancement Proposals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352440" indent="-342720" algn="l" defTabSz="914040">
              <a:lnSpc>
                <a:spcPct val="100000"/>
              </a:lnSpc>
              <a:spcBef>
                <a:spcPts val="1001"/>
              </a:spcBef>
              <a:buSzPct val="100000"/>
              <a:buBlip>
                <a:blip r:embed="rId2"/>
              </a:buBlip>
              <a:tabLst>
                <a:tab pos="0" algn="l"/>
              </a:tabLst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PEP 8 ist der </a:t>
            </a:r>
            <a:r>
              <a:rPr lang="de-DE" sz="2400" b="1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offizielle Styleguide</a:t>
            </a: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 für Python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685800" lvl="1" indent="-22860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Vorgaben zur Formatierung und Namensgebung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685800" lvl="1" indent="-22860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Macht Code vertraut und leicht zu lesen – unabhängig vom Projekt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352440" indent="-342720" algn="l" defTabSz="914040">
              <a:lnSpc>
                <a:spcPct val="100000"/>
              </a:lnSpc>
              <a:spcBef>
                <a:spcPts val="1001"/>
              </a:spcBef>
              <a:buSzPct val="100000"/>
              <a:buBlip>
                <a:blip r:embed="rId3"/>
              </a:buBlip>
              <a:tabLst>
                <a:tab pos="0" algn="l"/>
              </a:tabLst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Wozu das Ganze?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685800" lvl="1" indent="-22860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Teamarbeit: Konsistenz verringert Stolperfallen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685800" lvl="1" indent="-22860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Bessere Code-Review, leichterer Einstieg für Außenstehende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9360" indent="0" algn="l" defTabSz="91404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24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indent="0" algn="l" defTabSz="91404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24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</p:txBody>
      </p:sp>
      <p:sp>
        <p:nvSpPr>
          <p:cNvPr id="186" name="Abgerundetes Rechteck 4"/>
          <p:cNvSpPr/>
          <p:nvPr/>
        </p:nvSpPr>
        <p:spPr>
          <a:xfrm>
            <a:off x="2779920" y="5291640"/>
            <a:ext cx="6985440" cy="624240"/>
          </a:xfrm>
          <a:prstGeom prst="roundRect">
            <a:avLst>
              <a:gd name="adj" fmla="val 3982"/>
            </a:avLst>
          </a:prstGeom>
          <a:solidFill>
            <a:srgbClr val="F0F2FE"/>
          </a:solidFill>
          <a:ln w="25400">
            <a:solidFill>
              <a:srgbClr val="B2C0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288000" tIns="288000" rIns="288000" bIns="45000" anchor="t">
            <a:noAutofit/>
          </a:bodyPr>
          <a:p>
            <a:endParaRPr lang="de-DE" sz="2800" b="0" u="none" strike="noStrike">
              <a:solidFill>
                <a:schemeClr val="dk1"/>
              </a:solidFill>
              <a:effectLst/>
              <a:uFillTx/>
              <a:latin typeface="Source Sans Pro Light"/>
            </a:endParaRPr>
          </a:p>
        </p:txBody>
      </p:sp>
      <p:pic>
        <p:nvPicPr>
          <p:cNvPr id="187" name="Grafik 7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3213000" y="5143680"/>
            <a:ext cx="391680" cy="265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8" name="Grafik 8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 rot="10800000">
            <a:off x="9063720" y="5783400"/>
            <a:ext cx="391680" cy="265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9" name="Inhaltsplatzhalter 1"/>
          <p:cNvSpPr/>
          <p:nvPr/>
        </p:nvSpPr>
        <p:spPr>
          <a:xfrm>
            <a:off x="3409200" y="5385240"/>
            <a:ext cx="6127920" cy="55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9360" defTabSz="91404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de-DE" sz="2400" b="0" i="1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Readability counts – </a:t>
            </a:r>
            <a:r>
              <a:rPr lang="de-DE" sz="2400" b="0" u="sng" strike="noStrike">
                <a:solidFill>
                  <a:schemeClr val="dk1"/>
                </a:solidFill>
                <a:effectLst/>
                <a:uFillTx/>
                <a:latin typeface="Rubik"/>
                <a:hlinkClick r:id="rId8"/>
              </a:rPr>
              <a:t>The Zen </a:t>
            </a:r>
            <a:r>
              <a:rPr lang="de-DE" sz="2400" b="0" u="sng" strike="noStrike">
                <a:solidFill>
                  <a:schemeClr val="dk1"/>
                </a:solidFill>
                <a:effectLst/>
                <a:uFillTx/>
                <a:latin typeface="Rubik"/>
                <a:hlinkClick r:id="rId9"/>
              </a:rPr>
              <a:t>of</a:t>
            </a:r>
            <a:r>
              <a:rPr lang="de-DE" sz="2400" b="0" u="sng" strike="noStrike">
                <a:solidFill>
                  <a:schemeClr val="dk1"/>
                </a:solidFill>
                <a:effectLst/>
                <a:uFillTx/>
                <a:latin typeface="Rubik"/>
                <a:hlinkClick r:id="rId10"/>
              </a:rPr>
              <a:t> Python</a:t>
            </a:r>
            <a:endParaRPr lang="de-D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04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endParaRPr lang="de-D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hasCustomPrompt="1"/>
          </p:nvPr>
        </p:nvSpPr>
        <p:spPr>
          <a:xfrm>
            <a:off x="280080" y="263520"/>
            <a:ext cx="5815800" cy="20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91404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200" b="1" u="none" strike="noStrike">
                <a:solidFill>
                  <a:srgbClr val="101010"/>
                </a:solidFill>
                <a:effectLst/>
                <a:uFillTx/>
                <a:latin typeface="Rubik SemiBold"/>
              </a:rPr>
              <a:t>Refactoring und Code-Qualität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indent="0" algn="l" defTabSz="91404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12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 hasCustomPrompt="1"/>
          </p:nvPr>
        </p:nvSpPr>
        <p:spPr>
          <a:xfrm>
            <a:off x="1944720" y="520920"/>
            <a:ext cx="8302320" cy="590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ctr" defTabSz="91404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600" b="1" u="none" strike="noStrike">
                <a:solidFill>
                  <a:srgbClr val="101010"/>
                </a:solidFill>
                <a:effectLst/>
                <a:uFillTx/>
                <a:latin typeface="Rubik SemiBold"/>
              </a:rPr>
              <a:t>Zentrale PEP8-Richtlinien</a:t>
            </a:r>
            <a:endParaRPr lang="de-DE" sz="36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/>
          </p:nvPr>
        </p:nvSpPr>
        <p:spPr>
          <a:xfrm>
            <a:off x="1563840" y="1566360"/>
            <a:ext cx="9064440" cy="2756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352440" indent="-342720" algn="l" defTabSz="914040">
              <a:lnSpc>
                <a:spcPct val="100000"/>
              </a:lnSpc>
              <a:spcBef>
                <a:spcPts val="1001"/>
              </a:spcBef>
              <a:buSzPct val="100000"/>
              <a:buBlip>
                <a:blip r:embed="rId1"/>
              </a:buBlip>
              <a:tabLst>
                <a:tab pos="0" algn="l"/>
              </a:tabLst>
            </a:pPr>
            <a:r>
              <a:rPr lang="de-DE" sz="1600" b="1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Einrückung: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 4 Leerzeichen pro Ebene, keine Tabs verwenden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352440" indent="-342720" algn="l" defTabSz="914040">
              <a:lnSpc>
                <a:spcPct val="100000"/>
              </a:lnSpc>
              <a:spcBef>
                <a:spcPts val="1001"/>
              </a:spcBef>
              <a:buSzPct val="100000"/>
              <a:buBlip>
                <a:blip r:embed="rId2"/>
              </a:buBlip>
              <a:tabLst>
                <a:tab pos="0" algn="l"/>
              </a:tabLst>
            </a:pPr>
            <a:r>
              <a:rPr lang="de-DE" sz="1600" b="1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Zeilenlänge: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 Maximal 79 Zeichen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685800" lvl="1" indent="-22860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(nutzt Zeilenumbrüche, insbesondere für Auflistungen und Funktionsparameter!)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685800" lvl="1" indent="-22860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für Kommentare oder Tests auch länger möglich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352440" indent="-342720" algn="l" defTabSz="914040">
              <a:lnSpc>
                <a:spcPct val="100000"/>
              </a:lnSpc>
              <a:spcBef>
                <a:spcPts val="1001"/>
              </a:spcBef>
              <a:buSzPct val="100000"/>
              <a:buBlip>
                <a:blip r:embed="rId3"/>
              </a:buBlip>
              <a:tabLst>
                <a:tab pos="0" algn="l"/>
              </a:tabLst>
            </a:pPr>
            <a:r>
              <a:rPr lang="de-DE" sz="1600" b="1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Leerzeilen: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 Trenne Klassen und Funktionen zur besseren Übersicht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352440" indent="-342720" algn="l" defTabSz="914040">
              <a:lnSpc>
                <a:spcPct val="100000"/>
              </a:lnSpc>
              <a:spcBef>
                <a:spcPts val="1001"/>
              </a:spcBef>
              <a:buSzPct val="100000"/>
              <a:buBlip>
                <a:blip r:embed="rId4"/>
              </a:buBlip>
              <a:tabLst>
                <a:tab pos="0" algn="l"/>
              </a:tabLst>
            </a:pPr>
            <a:r>
              <a:rPr lang="de-DE" sz="1600" b="1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Importe: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Gesammelt zu Beginn des Notebooks/Skripts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685800" lvl="1" indent="-22860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Erst Standardbibliothek, dann externe Pakete, dann lokale Importe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352440" indent="-342720" algn="l" defTabSz="914040">
              <a:lnSpc>
                <a:spcPct val="100000"/>
              </a:lnSpc>
              <a:spcBef>
                <a:spcPts val="1001"/>
              </a:spcBef>
              <a:buSzPct val="100000"/>
              <a:buBlip>
                <a:blip r:embed="rId5"/>
              </a:buBlip>
              <a:tabLst>
                <a:tab pos="0" algn="l"/>
              </a:tabLst>
            </a:pPr>
            <a:r>
              <a:rPr lang="de-DE" sz="1600" b="1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Namenskonventionen: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 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685800" lvl="1" indent="-22860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200" b="1" u="none" strike="noStrike">
                <a:solidFill>
                  <a:schemeClr val="dk1"/>
                </a:solidFill>
                <a:effectLst/>
                <a:uFillTx/>
                <a:latin typeface="JetBrains Mono NL"/>
                <a:ea typeface="JetBrains Mono NL"/>
              </a:rPr>
              <a:t>snake_case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Rubik"/>
                <a:ea typeface="JetBrains Mono NL"/>
              </a:rPr>
              <a:t> für Variablen und Funktionen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685800" lvl="1" indent="-22860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200" b="1" u="none" strike="noStrike">
                <a:solidFill>
                  <a:schemeClr val="dk1"/>
                </a:solidFill>
                <a:effectLst/>
                <a:uFillTx/>
                <a:latin typeface="JetBrains Mono NL"/>
                <a:ea typeface="JetBrains Mono NL"/>
              </a:rPr>
              <a:t>CamelCase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Rubik"/>
                <a:ea typeface="JetBrains Mono NL"/>
              </a:rPr>
              <a:t> für Klassen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685800" lvl="1" indent="-22860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200" b="1" u="none" strike="noStrike">
                <a:solidFill>
                  <a:schemeClr val="dk1"/>
                </a:solidFill>
                <a:effectLst/>
                <a:uFillTx/>
                <a:latin typeface="JetBrains Mono NL"/>
                <a:ea typeface="JetBrains Mono NL"/>
              </a:rPr>
              <a:t>UPPER_CASE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Rubik"/>
                <a:ea typeface="JetBrains Mono NL"/>
              </a:rPr>
              <a:t> für Konstanten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352440" indent="-342720" algn="l" defTabSz="914040">
              <a:lnSpc>
                <a:spcPct val="100000"/>
              </a:lnSpc>
              <a:spcBef>
                <a:spcPts val="1001"/>
              </a:spcBef>
              <a:buSzPct val="100000"/>
              <a:buBlip>
                <a:blip r:embed="rId6"/>
              </a:buBlip>
              <a:tabLst>
                <a:tab pos="0" algn="l"/>
              </a:tabLst>
            </a:pPr>
            <a:r>
              <a:rPr lang="de-DE" sz="1600" b="1" u="none" strike="noStrike">
                <a:solidFill>
                  <a:schemeClr val="dk1"/>
                </a:solidFill>
                <a:effectLst/>
                <a:uFillTx/>
                <a:latin typeface="Rubik"/>
                <a:ea typeface="JetBrains Mono NL"/>
              </a:rPr>
              <a:t>Abstände: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Rubik"/>
                <a:ea typeface="JetBrains Mono NL"/>
              </a:rPr>
              <a:t> Leerzeichen um Operatoren und nach Kommas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685800" lvl="1" indent="-22860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200" b="1" u="none" strike="noStrike">
                <a:solidFill>
                  <a:schemeClr val="dk1"/>
                </a:solidFill>
                <a:effectLst/>
                <a:uFillTx/>
                <a:latin typeface="Rubik"/>
                <a:ea typeface="JetBrains Mono NL"/>
              </a:rPr>
              <a:t>Ausnahme: Kein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Rubik"/>
                <a:ea typeface="JetBrains Mono NL"/>
              </a:rPr>
              <a:t> Leerzeichen für Standardwerte: </a:t>
            </a:r>
            <a:r>
              <a:rPr lang="de-DE" sz="1200" b="1" u="none" strike="noStrike">
                <a:solidFill>
                  <a:schemeClr val="dk1"/>
                </a:solidFill>
                <a:effectLst/>
                <a:uFillTx/>
                <a:latin typeface="JetBrains Mono NL"/>
                <a:ea typeface="JetBrains Mono NL"/>
              </a:rPr>
              <a:t>def foo(x=42)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9360" indent="0" algn="l" defTabSz="91404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20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indent="0" algn="l" defTabSz="91404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20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</p:txBody>
      </p:sp>
      <p:sp>
        <p:nvSpPr>
          <p:cNvPr id="193" name="Abgerundetes Rechteck 4"/>
          <p:cNvSpPr/>
          <p:nvPr/>
        </p:nvSpPr>
        <p:spPr>
          <a:xfrm>
            <a:off x="3273480" y="5875200"/>
            <a:ext cx="5644800" cy="461160"/>
          </a:xfrm>
          <a:prstGeom prst="roundRect">
            <a:avLst>
              <a:gd name="adj" fmla="val 3982"/>
            </a:avLst>
          </a:prstGeom>
          <a:solidFill>
            <a:srgbClr val="F0F2FE"/>
          </a:solidFill>
          <a:ln w="25400">
            <a:solidFill>
              <a:srgbClr val="B2C0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288000" tIns="36000" rIns="288000" bIns="36000" anchor="t">
            <a:noAutofit/>
          </a:bodyPr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Rubik"/>
                <a:ea typeface="Source Sans Pro Light"/>
                <a:hlinkClick r:id="rId7"/>
              </a:rPr>
              <a:t>Link zum vollständigen Style-Guide</a:t>
            </a:r>
            <a:endParaRPr lang="de-D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hasCustomPrompt="1"/>
          </p:nvPr>
        </p:nvSpPr>
        <p:spPr>
          <a:xfrm>
            <a:off x="280080" y="263520"/>
            <a:ext cx="5815800" cy="20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91404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200" b="1" u="none" strike="noStrike">
                <a:solidFill>
                  <a:schemeClr val="lt1"/>
                </a:solidFill>
                <a:effectLst/>
                <a:uFillTx/>
                <a:latin typeface="Rubik SemiBold"/>
              </a:rPr>
              <a:t>Refactoring und Code-Qualität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Rubik SemiBold"/>
            </a:endParaRPr>
          </a:p>
          <a:p>
            <a:pPr indent="0" algn="l" defTabSz="91404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200" b="0" u="none" strike="noStrike">
              <a:solidFill>
                <a:schemeClr val="lt1"/>
              </a:solidFill>
              <a:effectLst/>
              <a:uFillTx/>
              <a:latin typeface="Rubik SemiBold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 hasCustomPrompt="1"/>
          </p:nvPr>
        </p:nvSpPr>
        <p:spPr>
          <a:xfrm>
            <a:off x="1944720" y="520920"/>
            <a:ext cx="8302320" cy="590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ctr" defTabSz="91404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200" b="1" u="none" strike="noStrike">
                <a:solidFill>
                  <a:schemeClr val="lt1"/>
                </a:solidFill>
                <a:effectLst/>
                <a:uFillTx/>
                <a:latin typeface="Rubik SemiBold"/>
              </a:rPr>
              <a:t>Beispiel: Anwendung von PEP8</a:t>
            </a:r>
            <a:endParaRPr lang="en-US" sz="3200" b="0" u="none" strike="noStrike">
              <a:solidFill>
                <a:schemeClr val="lt1"/>
              </a:solidFill>
              <a:effectLst/>
              <a:uFillTx/>
              <a:latin typeface="Rubik SemiBold"/>
            </a:endParaRPr>
          </a:p>
        </p:txBody>
      </p:sp>
      <p:sp>
        <p:nvSpPr>
          <p:cNvPr id="196" name="Rectangle: Rounded Corners 1"/>
          <p:cNvSpPr/>
          <p:nvPr/>
        </p:nvSpPr>
        <p:spPr>
          <a:xfrm>
            <a:off x="2349360" y="1468800"/>
            <a:ext cx="1676880" cy="509760"/>
          </a:xfrm>
          <a:prstGeom prst="roundRect">
            <a:avLst>
              <a:gd name="adj" fmla="val 16667"/>
            </a:avLst>
          </a:prstGeom>
          <a:solidFill>
            <a:srgbClr val="5500EB"/>
          </a:solidFill>
          <a:ln w="25400">
            <a:noFill/>
          </a:ln>
          <a:effectLst>
            <a:outerShdw algn="tl" dir="2700000" dist="88586" rotWithShape="0">
              <a:srgbClr val="140046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88000" tIns="108000" rIns="288000" bIns="180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2000" b="1" u="none" strike="noStrike">
                <a:solidFill>
                  <a:srgbClr val="FFFFFF"/>
                </a:solidFill>
                <a:effectLst/>
                <a:uFillTx/>
                <a:latin typeface="Rubik SemiBold"/>
              </a:rPr>
              <a:t>Vorher</a:t>
            </a:r>
            <a:endParaRPr lang="de-DE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Rectangle: Rounded Corners 1"/>
          <p:cNvSpPr/>
          <p:nvPr/>
        </p:nvSpPr>
        <p:spPr>
          <a:xfrm>
            <a:off x="8280000" y="1452240"/>
            <a:ext cx="2134080" cy="543600"/>
          </a:xfrm>
          <a:prstGeom prst="roundRect">
            <a:avLst>
              <a:gd name="adj" fmla="val 16667"/>
            </a:avLst>
          </a:prstGeom>
          <a:solidFill>
            <a:srgbClr val="5500EB"/>
          </a:solidFill>
          <a:ln w="25400">
            <a:noFill/>
          </a:ln>
          <a:effectLst>
            <a:outerShdw algn="tl" dir="2700000" dist="88586" rotWithShape="0">
              <a:srgbClr val="140046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88000" tIns="108000" rIns="288000" bIns="180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2000" b="1" u="none" strike="noStrike">
                <a:solidFill>
                  <a:srgbClr val="FFFFFF"/>
                </a:solidFill>
                <a:effectLst/>
                <a:uFillTx/>
                <a:latin typeface="Rubik SemiBold"/>
              </a:rPr>
              <a:t>Nachher</a:t>
            </a:r>
            <a:endParaRPr lang="de-DE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8" name="Grafik 5"/>
          <p:cNvPicPr/>
          <p:nvPr/>
        </p:nvPicPr>
        <p:blipFill>
          <a:blip r:embed="rId1"/>
          <a:srcRect l="374" t="0" r="0" b="0"/>
          <a:stretch/>
        </p:blipFill>
        <p:spPr>
          <a:xfrm>
            <a:off x="981360" y="2031840"/>
            <a:ext cx="4412880" cy="1295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9" name="Grafik 10"/>
          <p:cNvPicPr/>
          <p:nvPr/>
        </p:nvPicPr>
        <p:blipFill>
          <a:blip r:embed="rId2"/>
          <a:stretch/>
        </p:blipFill>
        <p:spPr>
          <a:xfrm>
            <a:off x="7271640" y="2041560"/>
            <a:ext cx="4105440" cy="1276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hasCustomPrompt="1"/>
          </p:nvPr>
        </p:nvSpPr>
        <p:spPr>
          <a:xfrm>
            <a:off x="280080" y="263520"/>
            <a:ext cx="5815800" cy="20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91404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200" b="1" u="none" strike="noStrike">
                <a:solidFill>
                  <a:srgbClr val="101010"/>
                </a:solidFill>
                <a:effectLst/>
                <a:uFillTx/>
                <a:latin typeface="Rubik SemiBold"/>
              </a:rPr>
              <a:t>Refactoring und Code-Qualität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indent="0" algn="l" defTabSz="91404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12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hasCustomPrompt="1"/>
          </p:nvPr>
        </p:nvSpPr>
        <p:spPr>
          <a:xfrm>
            <a:off x="1944720" y="520920"/>
            <a:ext cx="8302320" cy="590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ctr" defTabSz="91404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600" b="1" u="none" strike="noStrike">
                <a:solidFill>
                  <a:srgbClr val="101010"/>
                </a:solidFill>
                <a:effectLst/>
                <a:uFillTx/>
                <a:latin typeface="Rubik SemiBold"/>
              </a:rPr>
              <a:t>Das Verkaufsskript als Praxisbeispiel</a:t>
            </a:r>
            <a:endParaRPr lang="de-DE" sz="36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/>
          </p:nvPr>
        </p:nvSpPr>
        <p:spPr>
          <a:xfrm>
            <a:off x="1944720" y="1594080"/>
            <a:ext cx="8302320" cy="3972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352440" indent="-342720" algn="l" defTabSz="914040">
              <a:lnSpc>
                <a:spcPct val="100000"/>
              </a:lnSpc>
              <a:spcBef>
                <a:spcPts val="1001"/>
              </a:spcBef>
              <a:buSzPct val="100000"/>
              <a:buBlip>
                <a:blip r:embed="rId1"/>
              </a:buBlip>
              <a:tabLst>
                <a:tab pos="0" algn="l"/>
              </a:tabLst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Im nächsten Teil der Live-Session arbeiten wir praktisch: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685800" lvl="1" indent="-22860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Erkennen von „</a:t>
            </a:r>
            <a:r>
              <a:rPr lang="de-DE" sz="2400" b="1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Code Smells</a:t>
            </a: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“ und Stilbrüchen in einem gewachsenen Auswertungsskript für Verkaufsdaten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685800" lvl="1" indent="-22860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Schrittweises </a:t>
            </a:r>
            <a:r>
              <a:rPr lang="de-DE" sz="2400" b="1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Refactoring</a:t>
            </a: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 für bessere Lesbarkeit und klare Verantwortlichkeiten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685800" lvl="1" indent="-22860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Anwendung von </a:t>
            </a:r>
            <a:r>
              <a:rPr lang="de-DE" sz="2400" b="1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PEP8</a:t>
            </a: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 für professionelle, einheitliche Struktur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marL="685800" lvl="1" indent="-228600" algn="l" defTabSz="914040">
              <a:lnSpc>
                <a:spcPct val="100000"/>
              </a:lnSpc>
              <a:spcBef>
                <a:spcPts val="499"/>
              </a:spcBef>
              <a:buClr>
                <a:srgbClr val="551EEB"/>
              </a:buClr>
              <a:buFont typeface="Arial"/>
              <a:buChar char="•"/>
              <a:tabLst>
                <a:tab pos="0" algn="l"/>
              </a:tabLst>
            </a:pPr>
            <a:r>
              <a:rPr lang="de-DE" sz="2400" b="1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Ziel:</a:t>
            </a: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Rubik"/>
              </a:rPr>
              <a:t> Aus „Hauptsache es läuft“-Code machen wir „Darauf bin ich stolz“-Code!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  <a:p>
            <a:pPr indent="0" algn="l" defTabSz="91404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2400" b="0" u="none" strike="noStrike">
              <a:solidFill>
                <a:schemeClr val="dk1"/>
              </a:solidFill>
              <a:effectLst/>
              <a:uFillTx/>
              <a:latin typeface="Rubi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tackFuel Theme">
  <a:themeElements>
    <a:clrScheme name="Benutzerdefiniert 1">
      <a:dk1>
        <a:srgbClr val="000000"/>
      </a:dk1>
      <a:lt1>
        <a:srgbClr val="FFFFFF"/>
      </a:lt1>
      <a:dk2>
        <a:srgbClr val="140046"/>
      </a:dk2>
      <a:lt2>
        <a:srgbClr val="5500EB"/>
      </a:lt2>
      <a:accent1>
        <a:srgbClr val="5500EB"/>
      </a:accent1>
      <a:accent2>
        <a:srgbClr val="C8FF00"/>
      </a:accent2>
      <a:accent3>
        <a:srgbClr val="B2C0FA"/>
      </a:accent3>
      <a:accent4>
        <a:srgbClr val="CCC8C0"/>
      </a:accent4>
      <a:accent5>
        <a:srgbClr val="FFA8A1"/>
      </a:accent5>
      <a:accent6>
        <a:srgbClr val="C800EB"/>
      </a:accent6>
      <a:hlink>
        <a:srgbClr val="5500EB"/>
      </a:hlink>
      <a:folHlink>
        <a:srgbClr val="5500EB"/>
      </a:folHlink>
    </a:clrScheme>
    <a:fontScheme name="Lymo">
      <a:majorFont>
        <a:latin typeface="Century Gothic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BE362C6EE420543B698485AC74F8397" ma:contentTypeVersion="15" ma:contentTypeDescription="Ein neues Dokument erstellen." ma:contentTypeScope="" ma:versionID="ece25feff8eaf4ae94d93f45f1a09ea7">
  <xsd:schema xmlns:xsd="http://www.w3.org/2001/XMLSchema" xmlns:xs="http://www.w3.org/2001/XMLSchema" xmlns:p="http://schemas.microsoft.com/office/2006/metadata/properties" xmlns:ns2="52c83538-2338-46ef-bbce-bf2b5cdd8f3a" xmlns:ns3="3b61b577-587e-4579-bf30-e7747f8b66e7" targetNamespace="http://schemas.microsoft.com/office/2006/metadata/properties" ma:root="true" ma:fieldsID="f526c11618efe884860c9ffb4f4cafeb" ns2:_="" ns3:_="">
    <xsd:import namespace="52c83538-2338-46ef-bbce-bf2b5cdd8f3a"/>
    <xsd:import namespace="3b61b577-587e-4579-bf30-e7747f8b66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c83538-2338-46ef-bbce-bf2b5cdd8f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Bildmarkierungen" ma:readOnly="false" ma:fieldId="{5cf76f15-5ced-4ddc-b409-7134ff3c332f}" ma:taxonomyMulti="true" ma:sspId="80cc94bf-af72-47f4-a772-37b3f9bade0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61b577-587e-4579-bf30-e7747f8b66e7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4f9edd67-6349-4b78-8c88-424897d85d77}" ma:internalName="TaxCatchAll" ma:showField="CatchAllData" ma:web="3b61b577-587e-4579-bf30-e7747f8b66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b61b577-587e-4579-bf30-e7747f8b66e7" xsi:nil="true"/>
    <lcf76f155ced4ddcb4097134ff3c332f xmlns="52c83538-2338-46ef-bbce-bf2b5cdd8f3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5ED3D9A-795B-4240-A56A-A7FB358B1F2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2c83538-2338-46ef-bbce-bf2b5cdd8f3a"/>
    <ds:schemaRef ds:uri="3b61b577-587e-4579-bf30-e7747f8b66e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4114351-584F-4508-AC74-29F4CFE9A81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4740A2-912B-40C3-9AD5-AA7CE96645C7}">
  <ds:schemaRefs>
    <ds:schemaRef ds:uri="3b61b577-587e-4579-bf30-e7747f8b66e7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52c83538-2338-46ef-bbce-bf2b5cdd8f3a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SF_PPT-ModularKit_231017</Template>
  <TotalTime>38</TotalTime>
  <Application>LibreOffice/26.2.6.3$Windows_X86_64 LibreOffice_project/8221e31b3ac356a1623c672912a3d2b492f7e3d1</Application>
  <AppVersion>15.0000</AppVersion>
  <Words>707</Words>
  <Paragraphs>99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2025-07-23T14:32:08Z</dcterms:created>
  <dc:creator>Sergio Guerra Abril</dc:creator>
  <dc:description/>
  <dc:language>de-DE</dc:language>
  <cp:lastModifiedBy/>
  <cp:lastPrinted>2026-10-19T13:03:00Z</cp:lastPrinted>
  <dcterms:modified xsi:type="dcterms:W3CDTF">2026-10-19T13:03:52Z</dcterms:modified>
  <cp:revision>12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0x010100DBE362C6EE420543B698485AC74F8397</vt:lpwstr>
  </property>
  <property fmtid="{D5CDD505-2E9C-101B-9397-08002B2CF9AE}" pid="3" name="MediaServiceImageTags">
    <vt:lpwstr/>
  </property>
  <property fmtid="{D5CDD505-2E9C-101B-9397-08002B2CF9AE}" pid="4" name="PresentationFormat">
    <vt:lpwstr>Breitbild</vt:lpwstr>
  </property>
  <property fmtid="{D5CDD505-2E9C-101B-9397-08002B2CF9AE}" pid="5" name="Slides">
    <vt:i4>16</vt:i4>
  </property>
</Properties>
</file>