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106" r:id="rId4"/>
  </p:sldMasterIdLst>
  <p:notesMasterIdLst>
    <p:notesMasterId r:id="rId88"/>
  </p:notesMasterIdLst>
  <p:handoutMasterIdLst>
    <p:handoutMasterId r:id="rId89"/>
  </p:handoutMasterIdLst>
  <p:sldIdLst>
    <p:sldId id="2702" r:id="rId5"/>
    <p:sldId id="2703" r:id="rId6"/>
    <p:sldId id="2704" r:id="rId7"/>
    <p:sldId id="2705" r:id="rId8"/>
    <p:sldId id="2706" r:id="rId9"/>
    <p:sldId id="2707" r:id="rId10"/>
    <p:sldId id="2708" r:id="rId11"/>
    <p:sldId id="2709" r:id="rId12"/>
    <p:sldId id="2710" r:id="rId13"/>
    <p:sldId id="2711" r:id="rId14"/>
    <p:sldId id="2712" r:id="rId15"/>
    <p:sldId id="2713" r:id="rId16"/>
    <p:sldId id="2714" r:id="rId17"/>
    <p:sldId id="2715" r:id="rId18"/>
    <p:sldId id="2716" r:id="rId19"/>
    <p:sldId id="2717" r:id="rId20"/>
    <p:sldId id="2718" r:id="rId21"/>
    <p:sldId id="2719" r:id="rId22"/>
    <p:sldId id="2720" r:id="rId23"/>
    <p:sldId id="2721" r:id="rId24"/>
    <p:sldId id="2722" r:id="rId25"/>
    <p:sldId id="2723" r:id="rId26"/>
    <p:sldId id="2724" r:id="rId27"/>
    <p:sldId id="2725" r:id="rId28"/>
    <p:sldId id="2784" r:id="rId29"/>
    <p:sldId id="2726" r:id="rId30"/>
    <p:sldId id="2773" r:id="rId31"/>
    <p:sldId id="2727" r:id="rId32"/>
    <p:sldId id="2728" r:id="rId33"/>
    <p:sldId id="2729" r:id="rId34"/>
    <p:sldId id="2730" r:id="rId35"/>
    <p:sldId id="2731" r:id="rId36"/>
    <p:sldId id="2732" r:id="rId37"/>
    <p:sldId id="2733" r:id="rId38"/>
    <p:sldId id="2734" r:id="rId39"/>
    <p:sldId id="2774" r:id="rId40"/>
    <p:sldId id="2735" r:id="rId41"/>
    <p:sldId id="2736" r:id="rId42"/>
    <p:sldId id="2775" r:id="rId43"/>
    <p:sldId id="2737" r:id="rId44"/>
    <p:sldId id="2738" r:id="rId45"/>
    <p:sldId id="2776" r:id="rId46"/>
    <p:sldId id="2739" r:id="rId47"/>
    <p:sldId id="2740" r:id="rId48"/>
    <p:sldId id="2772" r:id="rId49"/>
    <p:sldId id="2741" r:id="rId50"/>
    <p:sldId id="2742" r:id="rId51"/>
    <p:sldId id="2743" r:id="rId52"/>
    <p:sldId id="2744" r:id="rId53"/>
    <p:sldId id="2745" r:id="rId54"/>
    <p:sldId id="2746" r:id="rId55"/>
    <p:sldId id="2747" r:id="rId56"/>
    <p:sldId id="2783" r:id="rId57"/>
    <p:sldId id="2777" r:id="rId58"/>
    <p:sldId id="2748" r:id="rId59"/>
    <p:sldId id="2749" r:id="rId60"/>
    <p:sldId id="2751" r:id="rId61"/>
    <p:sldId id="2750" r:id="rId62"/>
    <p:sldId id="2752" r:id="rId63"/>
    <p:sldId id="2753" r:id="rId64"/>
    <p:sldId id="2754" r:id="rId65"/>
    <p:sldId id="2755" r:id="rId66"/>
    <p:sldId id="2756" r:id="rId67"/>
    <p:sldId id="2757" r:id="rId68"/>
    <p:sldId id="2778" r:id="rId69"/>
    <p:sldId id="2758" r:id="rId70"/>
    <p:sldId id="2759" r:id="rId71"/>
    <p:sldId id="2760" r:id="rId72"/>
    <p:sldId id="2761" r:id="rId73"/>
    <p:sldId id="2762" r:id="rId74"/>
    <p:sldId id="2763" r:id="rId75"/>
    <p:sldId id="2764" r:id="rId76"/>
    <p:sldId id="2765" r:id="rId77"/>
    <p:sldId id="2779" r:id="rId78"/>
    <p:sldId id="2766" r:id="rId79"/>
    <p:sldId id="2780" r:id="rId80"/>
    <p:sldId id="2767" r:id="rId81"/>
    <p:sldId id="2768" r:id="rId82"/>
    <p:sldId id="2769" r:id="rId83"/>
    <p:sldId id="2770" r:id="rId84"/>
    <p:sldId id="2771" r:id="rId85"/>
    <p:sldId id="2781" r:id="rId86"/>
    <p:sldId id="2782" r:id="rId87"/>
  </p:sldIdLst>
  <p:sldSz cx="24387175" cy="13716000"/>
  <p:notesSz cx="6858000" cy="9144000"/>
  <p:embeddedFontLst>
    <p:embeddedFont>
      <p:font typeface="JetBrains Mono NL" panose="02000009000000000000" pitchFamily="49" charset="0"/>
      <p:regular r:id="rId90"/>
      <p:bold r:id="rId91"/>
      <p:italic r:id="rId92"/>
      <p:boldItalic r:id="rId93"/>
    </p:embeddedFont>
    <p:embeddedFont>
      <p:font typeface="Poppins" panose="00000500000000000000" pitchFamily="2" charset="0"/>
      <p:regular r:id="rId94"/>
      <p:bold r:id="rId95"/>
      <p:italic r:id="rId96"/>
      <p:boldItalic r:id="rId97"/>
    </p:embeddedFont>
    <p:embeddedFont>
      <p:font typeface="Poppins Light" panose="00000400000000000000" pitchFamily="2" charset="0"/>
      <p:regular r:id="rId98"/>
      <p:italic r:id="rId99"/>
    </p:embeddedFont>
    <p:embeddedFont>
      <p:font typeface="Rubik" panose="02000604000000020004" pitchFamily="2" charset="-79"/>
      <p:regular r:id="rId100"/>
      <p:bold r:id="rId101"/>
      <p:italic r:id="rId102"/>
      <p:boldItalic r:id="rId103"/>
    </p:embeddedFont>
    <p:embeddedFont>
      <p:font typeface="Rubik SemiBold" panose="020B0604020202020204" charset="-79"/>
      <p:regular r:id="rId104"/>
      <p:bold r:id="rId105"/>
      <p:italic r:id="rId106"/>
      <p:boldItalic r:id="rId10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A6CF26-5F4E-43A8-D431-2BB3B64FCF34}" name="Julia Kazubek" initials="JK" userId="S::julia.kazubek@stackfuel.com::6aee7c6f-47b6-4006-b426-1d4c371eccb5" providerId="AD"/>
  <p188:author id="{041FFF54-8CF8-D68F-EBBE-6830CA7AA6CA}" name="Jochen Zeil" initials="JZ" userId="fed7aaa734c0e3aa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Laura Redlich" initials="LR" lastIdx="54" clrIdx="6">
    <p:extLst>
      <p:ext uri="{19B8F6BF-5375-455C-9EA6-DF929625EA0E}">
        <p15:presenceInfo xmlns:p15="http://schemas.microsoft.com/office/powerpoint/2012/main" userId="S::laura.redlich@stackfuel.com::fd3f42ad-5bda-4e37-9e47-04cce29a300d" providerId="AD"/>
      </p:ext>
    </p:extLst>
  </p:cmAuthor>
  <p:cmAuthor id="1" name="DesignBall" initials="D" lastIdx="1" clrIdx="0">
    <p:extLst>
      <p:ext uri="{19B8F6BF-5375-455C-9EA6-DF929625EA0E}">
        <p15:presenceInfo xmlns:p15="http://schemas.microsoft.com/office/powerpoint/2012/main" userId="DesignBall" providerId="None"/>
      </p:ext>
    </p:extLst>
  </p:cmAuthor>
  <p:cmAuthor id="2" name="Julia Kazubek" initials="JK" lastIdx="10" clrIdx="1">
    <p:extLst>
      <p:ext uri="{19B8F6BF-5375-455C-9EA6-DF929625EA0E}">
        <p15:presenceInfo xmlns:p15="http://schemas.microsoft.com/office/powerpoint/2012/main" userId="S::julia.kazubek@stackfuel.com::6aee7c6f-47b6-4006-b426-1d4c371eccb5" providerId="AD"/>
      </p:ext>
    </p:extLst>
  </p:cmAuthor>
  <p:cmAuthor id="3" name="Tareq Damoon" initials="TD" lastIdx="20" clrIdx="2">
    <p:extLst>
      <p:ext uri="{19B8F6BF-5375-455C-9EA6-DF929625EA0E}">
        <p15:presenceInfo xmlns:p15="http://schemas.microsoft.com/office/powerpoint/2012/main" userId="S::tareq.damoon@stackfuel.com::7b008404-2f22-41da-a4a9-6b265c17db18" providerId="AD"/>
      </p:ext>
    </p:extLst>
  </p:cmAuthor>
  <p:cmAuthor id="4" name="Isabel Sum" initials="IS" lastIdx="67" clrIdx="3">
    <p:extLst>
      <p:ext uri="{19B8F6BF-5375-455C-9EA6-DF929625EA0E}">
        <p15:presenceInfo xmlns:p15="http://schemas.microsoft.com/office/powerpoint/2012/main" userId="S::isabel.sum@stackfuel.com::a83d5107-a27d-4dd6-887c-98f8495aa8f7" providerId="AD"/>
      </p:ext>
    </p:extLst>
  </p:cmAuthor>
  <p:cmAuthor id="5" name="Daniil Liakhovitski" initials="DL" lastIdx="3" clrIdx="4">
    <p:extLst>
      <p:ext uri="{19B8F6BF-5375-455C-9EA6-DF929625EA0E}">
        <p15:presenceInfo xmlns:p15="http://schemas.microsoft.com/office/powerpoint/2012/main" userId="S::daniil.liakhovitski@stackfuel.com::2feac36b-169a-4555-8e66-cba01493be18" providerId="AD"/>
      </p:ext>
    </p:extLst>
  </p:cmAuthor>
  <p:cmAuthor id="6" name="Meike Jantzen" initials="MJ" lastIdx="3" clrIdx="5">
    <p:extLst>
      <p:ext uri="{19B8F6BF-5375-455C-9EA6-DF929625EA0E}">
        <p15:presenceInfo xmlns:p15="http://schemas.microsoft.com/office/powerpoint/2012/main" userId="S::meike.jantzen@stackfuel.com::7b0d2498-1304-4588-b998-94313a15627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A7A"/>
    <a:srgbClr val="FFEA92"/>
    <a:srgbClr val="EB0055"/>
    <a:srgbClr val="460014"/>
    <a:srgbClr val="FFC800"/>
    <a:srgbClr val="C0FAB2"/>
    <a:srgbClr val="207000"/>
    <a:srgbClr val="167AAA"/>
    <a:srgbClr val="00C8EB"/>
    <a:srgbClr val="461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B4268-1CC2-4067-A4FC-B0FD248EC32E}" v="49" dt="2025-12-09T11:12:34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90000" autoAdjust="0"/>
  </p:normalViewPr>
  <p:slideViewPr>
    <p:cSldViewPr snapToGrid="0">
      <p:cViewPr varScale="1">
        <p:scale>
          <a:sx n="33" d="100"/>
          <a:sy n="33" d="100"/>
        </p:scale>
        <p:origin x="10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996" y="1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handoutMaster" Target="handoutMasters/handoutMaster1.xml"/><Relationship Id="rId112" Type="http://schemas.openxmlformats.org/officeDocument/2006/relationships/tableStyles" Target="tableStyles.xml"/><Relationship Id="rId16" Type="http://schemas.openxmlformats.org/officeDocument/2006/relationships/slide" Target="slides/slide12.xml"/><Relationship Id="rId107" Type="http://schemas.openxmlformats.org/officeDocument/2006/relationships/font" Target="fonts/font18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13.fntdata"/><Relationship Id="rId5" Type="http://schemas.openxmlformats.org/officeDocument/2006/relationships/slide" Target="slides/slide1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microsoft.com/office/2015/10/relationships/revisionInfo" Target="revisionInfo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14.fntdata"/><Relationship Id="rId108" Type="http://schemas.openxmlformats.org/officeDocument/2006/relationships/commentAuthors" Target="commentAuthor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font" Target="fonts/font17.fntdata"/><Relationship Id="rId114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presProps" Target="pres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font" Target="fonts/font8.fntdata"/><Relationship Id="rId104" Type="http://schemas.openxmlformats.org/officeDocument/2006/relationships/font" Target="fonts/font15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11.fntdata"/><Relationship Id="rId105" Type="http://schemas.openxmlformats.org/officeDocument/2006/relationships/font" Target="fonts/font16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notesMaster" Target="notesMasters/notesMaster1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5A879F9-98DE-4369-AD05-93EEC0E420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C7CFCE-99FD-419F-862F-740F37649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F5EC8-822A-4230-A587-4F643834CFC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3E365B-C6FB-4BB1-B079-3DE0786020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6C25D6-3C06-40D6-99E4-267A1296D8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8D842-EFC5-4254-9D6E-38316CA4962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21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E4EF3-7FAC-4AF9-AF98-E30F6AD3046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2A053-9E28-4D4C-B446-3C2814735BD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6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 userDrawn="1"/>
        </p:nvSpPr>
        <p:spPr>
          <a:xfrm>
            <a:off x="0" y="2138"/>
            <a:ext cx="24387175" cy="13716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8799F7AA-4B6E-DD47-B9E3-A7BEDB94D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5493" y="8019045"/>
            <a:ext cx="19810107" cy="163629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830F2000-F703-6DFF-0592-1FAF57A81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5493" y="2889924"/>
            <a:ext cx="19810107" cy="4483389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6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endParaRPr lang="de-DE" dirty="0"/>
          </a:p>
        </p:txBody>
      </p:sp>
      <p:pic>
        <p:nvPicPr>
          <p:cNvPr id="4" name="Grafik 3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5E7B328A-EEE3-4F00-8D88-3BEB0EED9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81605"/>
          <a:stretch/>
        </p:blipFill>
        <p:spPr>
          <a:xfrm>
            <a:off x="-1" y="10321459"/>
            <a:ext cx="22546101" cy="339454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11CF5CD-DB55-66C6-CE2B-5ED9F15242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361499" y="9600255"/>
            <a:ext cx="1744602" cy="14953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960932C-3811-894F-A7F4-7508E54776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97789" y="605845"/>
            <a:ext cx="5818050" cy="212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83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+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 userDrawn="1"/>
        </p:nvSpPr>
        <p:spPr>
          <a:xfrm>
            <a:off x="0" y="0"/>
            <a:ext cx="24387175" cy="13716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afik 3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5E7B328A-EEE3-4F00-8D88-3BEB0EED9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90807"/>
          <a:stretch/>
        </p:blipFill>
        <p:spPr>
          <a:xfrm>
            <a:off x="-1" y="12019632"/>
            <a:ext cx="22546101" cy="169636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11CF5CD-DB55-66C6-CE2B-5ED9F15242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361499" y="11298428"/>
            <a:ext cx="1744602" cy="14953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960932C-3811-894F-A7F4-7508E54776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97789" y="605845"/>
            <a:ext cx="5818050" cy="2126911"/>
          </a:xfrm>
          <a:prstGeom prst="rect">
            <a:avLst/>
          </a:pr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B8BCB8C-5691-B401-6993-283D08E40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1395" y="8942522"/>
            <a:ext cx="13089992" cy="62273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r>
              <a:rPr lang="de-DE" b="1" dirty="0">
                <a:latin typeface="Rubik SemiBold" pitchFamily="2" charset="-79"/>
                <a:cs typeface="Rubik SemiBold" pitchFamily="2" charset="-79"/>
              </a:rPr>
              <a:t>Vorname Name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524F0441-E6F6-72B2-55F3-48290BCCD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5493" y="6654705"/>
            <a:ext cx="19810107" cy="74636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883A18B-26A5-105D-E3A6-F2E729FA55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5493" y="2801258"/>
            <a:ext cx="19810107" cy="3207714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8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C7F4717-A16C-8698-A5C8-35221C141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1395" y="9823455"/>
            <a:ext cx="13089992" cy="4630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  <a:lvl2pPr marL="91440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2pPr>
            <a:lvl3pPr marL="182880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3pPr>
            <a:lvl4pPr marL="274320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4pPr>
            <a:lvl5pPr marL="3657600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Jobtitel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70C0399C-3A59-E227-F566-0927C1BC614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135493" y="8445465"/>
            <a:ext cx="2302841" cy="2301274"/>
          </a:xfrm>
          <a:prstGeom prst="ellipse">
            <a:avLst/>
          </a:prstGeom>
          <a:solidFill>
            <a:schemeClr val="tx2"/>
          </a:solidFill>
        </p:spPr>
        <p:txBody>
          <a:bodyPr wrap="none" lIns="108000" tIns="251999" rIns="108000" anchor="t"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Foto hinzufügen</a:t>
            </a:r>
          </a:p>
        </p:txBody>
      </p:sp>
    </p:spTree>
    <p:extLst>
      <p:ext uri="{BB962C8B-B14F-4D97-AF65-F5344CB8AC3E}">
        <p14:creationId xmlns:p14="http://schemas.microsoft.com/office/powerpoint/2010/main" val="1644571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8">
            <a:extLst>
              <a:ext uri="{FF2B5EF4-FFF2-40B4-BE49-F238E27FC236}">
                <a16:creationId xmlns:a16="http://schemas.microsoft.com/office/drawing/2014/main" id="{3F11F9DC-7E95-C869-46DF-52EAACAD69AA}"/>
              </a:ext>
            </a:extLst>
          </p:cNvPr>
          <p:cNvSpPr/>
          <p:nvPr userDrawn="1"/>
        </p:nvSpPr>
        <p:spPr>
          <a:xfrm>
            <a:off x="0" y="-4"/>
            <a:ext cx="24387175" cy="13716000"/>
          </a:xfrm>
          <a:prstGeom prst="rect">
            <a:avLst/>
          </a:prstGeom>
          <a:solidFill>
            <a:srgbClr val="140346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E46C8B2-F421-210A-13AC-9D72574586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97789" y="605845"/>
            <a:ext cx="5818050" cy="2126911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26D9D885-7CED-CC3A-1D86-4257F62C7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5493" y="8019045"/>
            <a:ext cx="19810107" cy="163629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DACFE68A-EE47-9B91-D09D-BDBA0600D8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5493" y="2889924"/>
            <a:ext cx="19810107" cy="4483389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6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7777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BA1EAAE-FAA1-56B0-2782-27B293C293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8"/>
            <a:ext cx="16607318" cy="11804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Headline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59164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HG Electric Indigo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BA1EAAE-FAA1-56B0-2782-27B293C293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8"/>
            <a:ext cx="16607318" cy="11804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chemeClr val="bg1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08220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chemeClr val="tx1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7B93BC0C-5BEE-98BB-9B5D-52158B449B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8"/>
            <a:ext cx="16607318" cy="118046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</p:spTree>
    <p:extLst>
      <p:ext uri="{BB962C8B-B14F-4D97-AF65-F5344CB8AC3E}">
        <p14:creationId xmlns:p14="http://schemas.microsoft.com/office/powerpoint/2010/main" val="4235573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1-zeilig)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89928" y="3187819"/>
            <a:ext cx="16607318" cy="7945402"/>
          </a:xfrm>
          <a:prstGeom prst="rect">
            <a:avLst/>
          </a:prstGeom>
        </p:spPr>
        <p:txBody>
          <a:bodyPr/>
          <a:lstStyle>
            <a:lvl1pPr marL="704850" indent="-685800">
              <a:lnSpc>
                <a:spcPct val="100000"/>
              </a:lnSpc>
              <a:buClr>
                <a:srgbClr val="551EEB"/>
              </a:buClr>
              <a:buSzPct val="90000"/>
              <a:buFont typeface="Arial" panose="020B0604020202020204" pitchFamily="34" charset="0"/>
              <a:buChar char="•"/>
              <a:defRPr lang="de-DE" sz="48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40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32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8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800" b="0" i="0">
                <a:latin typeface="Rubik" pitchFamily="2" charset="-79"/>
                <a:cs typeface="Rubik" pitchFamily="2" charset="-79"/>
              </a:defRPr>
            </a:lvl5pPr>
          </a:lstStyle>
          <a:p>
            <a:pPr marL="546100" lvl="0" indent="-527050" algn="l" defTabSz="1828800" rtl="0" eaLnBrk="1" latinLnBrk="0" hangingPunct="1">
              <a:lnSpc>
                <a:spcPct val="100000"/>
              </a:lnSpc>
              <a:spcBef>
                <a:spcPts val="2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8EDF85A-47F8-69F8-7F95-C7CCF0CB20B2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3053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2-zeilig)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89928" y="4294725"/>
            <a:ext cx="16607318" cy="7945402"/>
          </a:xfrm>
          <a:prstGeom prst="rect">
            <a:avLst/>
          </a:prstGeom>
        </p:spPr>
        <p:txBody>
          <a:bodyPr/>
          <a:lstStyle>
            <a:lvl1pPr marL="704850" indent="-68580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48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40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32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8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800" b="0" i="0">
                <a:latin typeface="Rubik" pitchFamily="2" charset="-79"/>
                <a:cs typeface="Rubik" pitchFamily="2" charset="-79"/>
              </a:defRPr>
            </a:lvl5pPr>
          </a:lstStyle>
          <a:p>
            <a:pPr marL="546100" lvl="0" indent="-527050" algn="l" defTabSz="1828800" rtl="0" eaLnBrk="1" latinLnBrk="0" hangingPunct="1">
              <a:lnSpc>
                <a:spcPct val="100000"/>
              </a:lnSpc>
              <a:spcBef>
                <a:spcPts val="2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B1D4C7AA-5D62-F35F-D8F6-647D544CF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9928" y="1042067"/>
            <a:ext cx="16607318" cy="227864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652CC2-5CC4-F5EB-2CB4-D1AAE37B0ECE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08256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1-zeilig) + Inhal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6FEB5-44DB-9733-DA29-3E210E4ACD8D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einzeilige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89927" y="3187819"/>
            <a:ext cx="16607319" cy="735184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chemeClr val="accent2"/>
              </a:buClr>
              <a:buSzPct val="9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4800" b="0" i="0">
                <a:latin typeface="Rubik" pitchFamily="2" charset="-79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40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32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chemeClr val="accent2"/>
              </a:buClr>
              <a:buFont typeface="Symbol" pitchFamily="2" charset="2"/>
              <a:buChar char="-"/>
              <a:defRPr sz="28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2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0114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2-zeilig) + Inhal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6FEB5-44DB-9733-DA29-3E210E4ACD8D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22873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89927" y="4294725"/>
            <a:ext cx="16607319" cy="735184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chemeClr val="accent2"/>
              </a:buClr>
              <a:buSzPct val="9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4800" b="0" i="0">
                <a:latin typeface="Rubik" pitchFamily="2" charset="-79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40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32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chemeClr val="accent2"/>
              </a:buClr>
              <a:buFont typeface="Symbol" pitchFamily="2" charset="2"/>
              <a:buChar char="-"/>
              <a:defRPr sz="28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2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10318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7" y="526867"/>
            <a:ext cx="11633580" cy="421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F70D87CC-EFA5-752D-64D2-9138B7851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10E42D-3B31-5C54-5436-9B5143F29C2C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B6670F3D-22AB-890B-8F33-4823D3FEE5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89357" y="3187818"/>
            <a:ext cx="7862376" cy="7929360"/>
          </a:xfrm>
          <a:prstGeom prst="rect">
            <a:avLst/>
          </a:prstGeom>
        </p:spPr>
        <p:txBody>
          <a:bodyPr/>
          <a:lstStyle>
            <a:lvl1pPr marL="546100" indent="-52705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  <a:defRPr sz="4800" b="0" i="0">
                <a:latin typeface="Rubik" pitchFamily="2" charset="-79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36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28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4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4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F2A979E-1C16-08E8-5F48-47B252780E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2618509" y="3187818"/>
            <a:ext cx="7879309" cy="7929360"/>
          </a:xfrm>
          <a:prstGeom prst="rect">
            <a:avLst/>
          </a:prstGeom>
        </p:spPr>
        <p:txBody>
          <a:bodyPr/>
          <a:lstStyle>
            <a:lvl1pPr marL="704850" indent="-68580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48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36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28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4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400" b="0" i="0">
                <a:latin typeface="Rubik" pitchFamily="2" charset="-79"/>
                <a:cs typeface="Rubik" pitchFamily="2" charset="-79"/>
              </a:defRPr>
            </a:lvl5pPr>
          </a:lstStyle>
          <a:p>
            <a:pPr marL="546100" lvl="0" indent="-527050" algn="l" defTabSz="1828800" rtl="0" eaLnBrk="1" latinLnBrk="0" hangingPunct="1">
              <a:lnSpc>
                <a:spcPct val="100000"/>
              </a:lnSpc>
              <a:spcBef>
                <a:spcPts val="2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0348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2-zeilig) + 2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4" name="Inhaltsplatzhalter 8">
            <a:extLst>
              <a:ext uri="{FF2B5EF4-FFF2-40B4-BE49-F238E27FC236}">
                <a16:creationId xmlns:a16="http://schemas.microsoft.com/office/drawing/2014/main" id="{D7720E19-7726-DC59-CB58-F65420DD1E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89357" y="4310767"/>
            <a:ext cx="7862376" cy="7929360"/>
          </a:xfrm>
          <a:prstGeom prst="rect">
            <a:avLst/>
          </a:prstGeom>
        </p:spPr>
        <p:txBody>
          <a:bodyPr/>
          <a:lstStyle>
            <a:lvl1pPr marL="546100" indent="-52705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  <a:defRPr sz="4800" b="0" i="0">
                <a:latin typeface="Rubik" pitchFamily="2" charset="-79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36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28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4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4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8">
            <a:extLst>
              <a:ext uri="{FF2B5EF4-FFF2-40B4-BE49-F238E27FC236}">
                <a16:creationId xmlns:a16="http://schemas.microsoft.com/office/drawing/2014/main" id="{494A8B9E-5910-EA07-0C91-59BB9927E0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2618509" y="4310767"/>
            <a:ext cx="7879309" cy="7929360"/>
          </a:xfrm>
          <a:prstGeom prst="rect">
            <a:avLst/>
          </a:prstGeom>
        </p:spPr>
        <p:txBody>
          <a:bodyPr/>
          <a:lstStyle>
            <a:lvl1pPr marL="704850" indent="-68580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48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36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28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4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400" b="0" i="0">
                <a:latin typeface="Rubik" pitchFamily="2" charset="-79"/>
                <a:cs typeface="Rubik" pitchFamily="2" charset="-79"/>
              </a:defRPr>
            </a:lvl5pPr>
          </a:lstStyle>
          <a:p>
            <a:pPr marL="546100" lvl="0" indent="-527050" algn="l" defTabSz="1828800" rtl="0" eaLnBrk="1" latinLnBrk="0" hangingPunct="1">
              <a:lnSpc>
                <a:spcPct val="100000"/>
              </a:lnSpc>
              <a:spcBef>
                <a:spcPts val="2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CE6D5B8B-6BBD-16B4-B869-8E58AEE73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9928" y="1042067"/>
            <a:ext cx="16607318" cy="227864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</p:spTree>
    <p:extLst>
      <p:ext uri="{BB962C8B-B14F-4D97-AF65-F5344CB8AC3E}">
        <p14:creationId xmlns:p14="http://schemas.microsoft.com/office/powerpoint/2010/main" val="4041032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1-zeilig)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E095CE74-5345-1B71-8A07-444DD7B16E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89929" y="3206139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7" y="526867"/>
            <a:ext cx="11633580" cy="421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F70D87CC-EFA5-752D-64D2-9138B7851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10E42D-3B31-5C54-5436-9B5143F29C2C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6" name="Inhaltsplatzhalter 8">
            <a:extLst>
              <a:ext uri="{FF2B5EF4-FFF2-40B4-BE49-F238E27FC236}">
                <a16:creationId xmlns:a16="http://schemas.microsoft.com/office/drawing/2014/main" id="{F80BFB99-4026-6E00-69BF-F8EE6C272A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633002" y="3206139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Inhaltsplatzhalter 8">
            <a:extLst>
              <a:ext uri="{FF2B5EF4-FFF2-40B4-BE49-F238E27FC236}">
                <a16:creationId xmlns:a16="http://schemas.microsoft.com/office/drawing/2014/main" id="{CF43AB5D-B6DC-CC80-6BAE-26908F50640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376075" y="3206139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57879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(2-zeilig)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8">
            <a:extLst>
              <a:ext uri="{FF2B5EF4-FFF2-40B4-BE49-F238E27FC236}">
                <a16:creationId xmlns:a16="http://schemas.microsoft.com/office/drawing/2014/main" id="{362DF83F-2EBF-E593-0736-BB9E5A67DA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89929" y="4313046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D9CBFD-B14F-8964-D2C1-B549CCBD4B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6E1841C-3AF8-D666-B8F8-85A07315C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7" y="526867"/>
            <a:ext cx="11633580" cy="421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03C8BC-A106-430F-B624-9B8660553539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6F51788-13C5-6147-5028-C5294732556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633002" y="4313046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26E2BED6-F1D9-A322-BE9B-E05936BC9E4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376075" y="4313046"/>
            <a:ext cx="5125484" cy="7927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031785B-5541-3D1D-230E-07DEB3E81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9928" y="1042067"/>
            <a:ext cx="16607318" cy="227864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</p:spTree>
    <p:extLst>
      <p:ext uri="{BB962C8B-B14F-4D97-AF65-F5344CB8AC3E}">
        <p14:creationId xmlns:p14="http://schemas.microsoft.com/office/powerpoint/2010/main" val="139745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Bild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64474" y="1419987"/>
            <a:ext cx="10767065" cy="421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4473" y="2091106"/>
            <a:ext cx="10767065" cy="118046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964474" y="3840479"/>
            <a:ext cx="10767064" cy="8119873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sz="4800" b="0" i="0">
                <a:latin typeface="Rubik" pitchFamily="2" charset="-79"/>
                <a:cs typeface="Rubik" pitchFamily="2" charset="-79"/>
              </a:defRPr>
            </a:lvl1pPr>
            <a:lvl2pPr marL="13716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4000" b="0" i="0">
                <a:latin typeface="Rubik" pitchFamily="2" charset="-79"/>
                <a:cs typeface="Rubik" pitchFamily="2" charset="-79"/>
              </a:defRPr>
            </a:lvl2pPr>
            <a:lvl3pPr marL="2286000" indent="-457200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3200" b="0" i="0">
                <a:latin typeface="Rubik" pitchFamily="2" charset="-79"/>
                <a:cs typeface="Rubik" pitchFamily="2" charset="-79"/>
              </a:defRPr>
            </a:lvl3pPr>
            <a:lvl4pPr marL="3200400" indent="-457200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2800" b="0" i="0">
                <a:latin typeface="Rubik" pitchFamily="2" charset="-79"/>
                <a:cs typeface="Rubik" pitchFamily="2" charset="-79"/>
              </a:defRPr>
            </a:lvl4pPr>
            <a:lvl5pPr marL="4114800" indent="-457200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7098AE8-62AB-801A-1DDF-422519F2B5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588" cy="13716000"/>
          </a:xfrm>
          <a:prstGeom prst="rect">
            <a:avLst/>
          </a:prstGeom>
          <a:solidFill>
            <a:schemeClr val="accent3"/>
          </a:solidFill>
        </p:spPr>
        <p:txBody>
          <a:bodyPr lIns="3240000" tIns="0" rIns="3240000" bIns="216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B0A50BE-8297-C805-DDE3-D6869D04A5B4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979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D234D59-F49F-DDBB-4F3B-D7CCDA98F2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CC19FFBF-BB6C-D9D5-C598-2C5F471F2D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44387" y="8304848"/>
            <a:ext cx="6454974" cy="395132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6AC67BAB-BBCB-1DA1-6402-CE9C7D3E817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2808765" y="8304848"/>
            <a:ext cx="6454974" cy="395132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B64AF996-D50E-8ABA-24D2-37D45DD030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44387" y="3328600"/>
            <a:ext cx="6454975" cy="4303316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4EE5D05F-1AA9-B60B-3ADE-334F54B6B06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2788212" y="3328600"/>
            <a:ext cx="6454975" cy="4303316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</p:spTree>
    <p:extLst>
      <p:ext uri="{BB962C8B-B14F-4D97-AF65-F5344CB8AC3E}">
        <p14:creationId xmlns:p14="http://schemas.microsoft.com/office/powerpoint/2010/main" val="1428509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 userDrawn="1"/>
        </p:nvSpPr>
        <p:spPr>
          <a:xfrm>
            <a:off x="23082686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D234D59-F49F-DDBB-4F3B-D7CCDA98F2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9928" y="1042067"/>
            <a:ext cx="16607318" cy="11804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200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sp>
        <p:nvSpPr>
          <p:cNvPr id="8" name="Inhaltsplatzhalter 8">
            <a:extLst>
              <a:ext uri="{FF2B5EF4-FFF2-40B4-BE49-F238E27FC236}">
                <a16:creationId xmlns:a16="http://schemas.microsoft.com/office/drawing/2014/main" id="{BC081457-35E4-6BE3-CC95-16F8609478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27419" y="8304848"/>
            <a:ext cx="6454974" cy="395132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07C31B30-30AC-D204-B374-29F595F38F2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926577" y="8304848"/>
            <a:ext cx="6454974" cy="395132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DFD9955A-FFFC-B512-08FB-75EB4D8F849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6209693" y="8304848"/>
            <a:ext cx="6454974" cy="395132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3200" b="0" i="0">
                <a:latin typeface="Rubik" pitchFamily="2" charset="-79"/>
                <a:cs typeface="Rubik" pitchFamily="2" charset="-79"/>
              </a:defRPr>
            </a:lvl1pPr>
            <a:lvl2pPr marL="995363" indent="-3127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2800" b="0" i="0">
                <a:latin typeface="Rubik" pitchFamily="2" charset="-79"/>
                <a:cs typeface="Rubik" pitchFamily="2" charset="-79"/>
              </a:defRPr>
            </a:lvl2pPr>
            <a:lvl3pPr marL="1562100" indent="-3127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2000" b="0" i="0">
                <a:latin typeface="Rubik" pitchFamily="2" charset="-79"/>
                <a:cs typeface="Rubik" pitchFamily="2" charset="-79"/>
              </a:defRPr>
            </a:lvl3pPr>
            <a:lvl4pPr marL="2016125" indent="-269875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1800" b="0" i="0">
                <a:latin typeface="Rubik" pitchFamily="2" charset="-79"/>
                <a:cs typeface="Rubik" pitchFamily="2" charset="-79"/>
              </a:defRPr>
            </a:lvl4pPr>
            <a:lvl5pPr marL="2460625" indent="-269875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8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270A184C-984F-5136-59B7-64CEE70384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27419" y="3328600"/>
            <a:ext cx="6454975" cy="4303316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336D29DF-D1A8-DACE-6C70-0BA739EADC3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28332" y="3328600"/>
            <a:ext cx="6454975" cy="4303316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51019C5-BD08-0EDA-C47D-23245C3785A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6214957" y="3328600"/>
            <a:ext cx="6454975" cy="4303316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2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</p:spTree>
    <p:extLst>
      <p:ext uri="{BB962C8B-B14F-4D97-AF65-F5344CB8AC3E}">
        <p14:creationId xmlns:p14="http://schemas.microsoft.com/office/powerpoint/2010/main" val="3732890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12">
            <a:extLst>
              <a:ext uri="{FF2B5EF4-FFF2-40B4-BE49-F238E27FC236}">
                <a16:creationId xmlns:a16="http://schemas.microsoft.com/office/drawing/2014/main" id="{7D54F324-72B2-2768-9073-E4F1A15D23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24387175" cy="13716000"/>
          </a:xfrm>
          <a:prstGeom prst="rect">
            <a:avLst/>
          </a:prstGeom>
          <a:solidFill>
            <a:schemeClr val="accent3"/>
          </a:solidFill>
        </p:spPr>
        <p:txBody>
          <a:bodyPr lIns="2880000" tIns="0" rIns="2880000" bIns="1800000" anchor="ctr" anchorCtr="0"/>
          <a:lstStyle>
            <a:lvl1pPr marL="0" indent="0" algn="ctr">
              <a:lnSpc>
                <a:spcPct val="100000"/>
              </a:lnSpc>
              <a:buNone/>
              <a:tabLst>
                <a:tab pos="5821363" algn="l"/>
              </a:tabLst>
              <a:defRPr sz="36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</a:t>
            </a:r>
            <a:br>
              <a:rPr lang="de-DE" dirty="0"/>
            </a:br>
            <a:r>
              <a:rPr lang="de-DE" dirty="0"/>
              <a:t>ein Bild hinzufügen.</a:t>
            </a:r>
          </a:p>
          <a:p>
            <a:endParaRPr lang="de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3E26D2B0-FBB2-5C73-280E-66C1BB63E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7" y="526867"/>
            <a:ext cx="16203600" cy="421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65432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19874" y="130230"/>
            <a:ext cx="3240000" cy="11804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CF4B8418-6EAD-F6F5-9DEC-30F8DAF24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725313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(Electric Indigo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chemeClr val="bg1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2A9C2FA7-5D3C-1429-EC5F-C5DD478441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008" y="526868"/>
            <a:ext cx="11633580" cy="4192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51521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323" y="130230"/>
            <a:ext cx="3229102" cy="11804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 userDrawn="1"/>
        </p:nvSpPr>
        <p:spPr>
          <a:xfrm>
            <a:off x="23098728" y="12888097"/>
            <a:ext cx="751840" cy="33363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1600" b="1" i="0" smtClean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1200" b="1" i="0" dirty="0">
              <a:solidFill>
                <a:schemeClr val="tx1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9851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 userDrawn="1"/>
        </p:nvSpPr>
        <p:spPr>
          <a:xfrm>
            <a:off x="0" y="-4"/>
            <a:ext cx="24387175" cy="13716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8799F7AA-4B6E-DD47-B9E3-A7BEDB94D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5493" y="8019045"/>
            <a:ext cx="19810107" cy="1636293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91A0274-D328-23C0-D0BA-A99BCC4CA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97789" y="605845"/>
            <a:ext cx="5818050" cy="2126911"/>
          </a:xfrm>
          <a:prstGeom prst="rect">
            <a:avLst/>
          </a:prstGeom>
        </p:spPr>
      </p:pic>
      <p:sp>
        <p:nvSpPr>
          <p:cNvPr id="3" name="Textplatzhalter 9">
            <a:extLst>
              <a:ext uri="{FF2B5EF4-FFF2-40B4-BE49-F238E27FC236}">
                <a16:creationId xmlns:a16="http://schemas.microsoft.com/office/drawing/2014/main" id="{830F2000-F703-6DFF-0592-1FAF57A81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5493" y="2889924"/>
            <a:ext cx="19810107" cy="4483389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6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endParaRPr lang="de-DE" dirty="0"/>
          </a:p>
        </p:txBody>
      </p:sp>
      <p:pic>
        <p:nvPicPr>
          <p:cNvPr id="8" name="Grafik 7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9B49E82D-0327-F3B1-A8A0-4E09EE2ADF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81605"/>
          <a:stretch/>
        </p:blipFill>
        <p:spPr>
          <a:xfrm>
            <a:off x="-1" y="10321459"/>
            <a:ext cx="22546101" cy="33945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7D7474D-1B39-17C2-E1DA-98A410F563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32318" y="9614394"/>
            <a:ext cx="1490967" cy="149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59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3">
            <a:extLst>
              <a:ext uri="{FF2B5EF4-FFF2-40B4-BE49-F238E27FC236}">
                <a16:creationId xmlns:a16="http://schemas.microsoft.com/office/drawing/2014/main" id="{CAF732B0-6C52-674D-9A4D-345F36BD913D}"/>
              </a:ext>
            </a:extLst>
          </p:cNvPr>
          <p:cNvCxnSpPr/>
          <p:nvPr userDrawn="1"/>
        </p:nvCxnSpPr>
        <p:spPr>
          <a:xfrm>
            <a:off x="11550649" y="1847600"/>
            <a:ext cx="128587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6D95CC7-5D2E-7E4E-99B4-8EB5B8BEC7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03613" y="2372811"/>
            <a:ext cx="20598939" cy="168452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5600"/>
              </a:lnSpc>
              <a:buNone/>
              <a:defRPr sz="60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de-DE" dirty="0"/>
              <a:t>Action Title</a:t>
            </a:r>
          </a:p>
          <a:p>
            <a:pPr lvl="0"/>
            <a:r>
              <a:rPr lang="de-DE" dirty="0"/>
              <a:t>zweizeilig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E66F98B-D108-4A40-A09A-CD9EB10B32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1276" y="849690"/>
            <a:ext cx="16204619" cy="5981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0" i="0">
                <a:latin typeface="Poppins Light" pitchFamily="2" charset="77"/>
                <a:cs typeface="Poppins Light" pitchFamily="2" charset="77"/>
              </a:defRPr>
            </a:lvl1pPr>
          </a:lstStyle>
          <a:p>
            <a:pPr marL="0" marR="0" lvl="0" indent="0" algn="ctr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Daily Outlook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9F9A98-6D45-854D-8F04-1C944664F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51802" y="952069"/>
            <a:ext cx="2154324" cy="45386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DAE3E88-A12B-4C45-A9A7-4F5F1DBB93E7}"/>
              </a:ext>
            </a:extLst>
          </p:cNvPr>
          <p:cNvSpPr txBox="1"/>
          <p:nvPr userDrawn="1"/>
        </p:nvSpPr>
        <p:spPr>
          <a:xfrm rot="16200000">
            <a:off x="-1904248" y="6691859"/>
            <a:ext cx="526778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i="0" kern="0" spc="100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Data Analytics &amp; Data Science </a:t>
            </a:r>
            <a:r>
              <a:rPr lang="en-US" sz="1600" b="1" i="0" kern="0" spc="100" baseline="0" dirty="0" err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Intensivkurs</a:t>
            </a:r>
            <a:endParaRPr lang="en-US" sz="1600" b="1" i="0" kern="0" spc="100" baseline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A94533-C1E9-4448-90AC-DFAEFDD6E354}"/>
              </a:ext>
            </a:extLst>
          </p:cNvPr>
          <p:cNvSpPr/>
          <p:nvPr userDrawn="1"/>
        </p:nvSpPr>
        <p:spPr>
          <a:xfrm flipV="1">
            <a:off x="729638" y="654413"/>
            <a:ext cx="84750" cy="84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9D06B0-0079-4B4C-B8B9-B0B5838DD929}"/>
              </a:ext>
            </a:extLst>
          </p:cNvPr>
          <p:cNvSpPr/>
          <p:nvPr userDrawn="1"/>
        </p:nvSpPr>
        <p:spPr>
          <a:xfrm flipV="1">
            <a:off x="729638" y="952069"/>
            <a:ext cx="84750" cy="84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D6796A-20F6-5043-B896-20298615257A}"/>
              </a:ext>
            </a:extLst>
          </p:cNvPr>
          <p:cNvSpPr/>
          <p:nvPr userDrawn="1"/>
        </p:nvSpPr>
        <p:spPr>
          <a:xfrm flipV="1">
            <a:off x="729638" y="1249725"/>
            <a:ext cx="84750" cy="84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985522A-1E30-764C-81F8-170AE11449BE}"/>
              </a:ext>
            </a:extLst>
          </p:cNvPr>
          <p:cNvSpPr txBox="1">
            <a:spLocks/>
          </p:cNvSpPr>
          <p:nvPr userDrawn="1"/>
        </p:nvSpPr>
        <p:spPr>
          <a:xfrm>
            <a:off x="437250" y="12685452"/>
            <a:ext cx="584776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600" b="1" i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pPr algn="ctr"/>
              <a:t>‹Nr.›</a:t>
            </a:fld>
            <a:endParaRPr lang="en-US" sz="1200" b="1" i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5744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31" r:id="rId2"/>
    <p:sldLayoutId id="2147484110" r:id="rId3"/>
    <p:sldLayoutId id="2147484111" r:id="rId4"/>
    <p:sldLayoutId id="2147484125" r:id="rId5"/>
    <p:sldLayoutId id="2147484124" r:id="rId6"/>
    <p:sldLayoutId id="2147484119" r:id="rId7"/>
    <p:sldLayoutId id="2147484133" r:id="rId8"/>
    <p:sldLayoutId id="2147484137" r:id="rId9"/>
    <p:sldLayoutId id="2147484128" r:id="rId10"/>
    <p:sldLayoutId id="2147484135" r:id="rId11"/>
    <p:sldLayoutId id="2147484114" r:id="rId12"/>
    <p:sldLayoutId id="2147484121" r:id="rId13"/>
    <p:sldLayoutId id="2147484134" r:id="rId14"/>
    <p:sldLayoutId id="2147484126" r:id="rId15"/>
    <p:sldLayoutId id="2147484138" r:id="rId16"/>
    <p:sldLayoutId id="2147484139" r:id="rId17"/>
    <p:sldLayoutId id="2147484127" r:id="rId18"/>
    <p:sldLayoutId id="2147484120" r:id="rId19"/>
    <p:sldLayoutId id="2147484129" r:id="rId20"/>
    <p:sldLayoutId id="2147484130" r:id="rId21"/>
    <p:sldLayoutId id="2147484122" r:id="rId22"/>
    <p:sldLayoutId id="2147484141" r:id="rId2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C494-9671-CB6E-C584-19FC11AC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FBEC7AC-064C-328E-168F-E1705BB92BA8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A794D81-CC2B-726D-87D2-5FCA7D7915E7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E721818-54D7-776F-4A08-06002DC7490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ABF219F-3026-3F85-18A2-8D7018024C7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36EDE94-53F7-D6DC-786D-68AC5E28425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91951E5-067D-231A-0B72-AC7C1B4991F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D903642-877A-9CE4-5A4D-688DF47ACB9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F562C6B-23C4-8EE2-A86A-2CF97F8AFDD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202B1EA-CD35-24DE-B14C-98B0A1FF6C8A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9A831E5-7D9B-46FD-7C3E-A1EEE63A194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8C0CB88-C789-BD6E-F7E2-491955431CB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347A6D3-7894-7872-9658-E7EE9B11E6B4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BB0AAB-EC64-FBFA-167C-3A08B24B4E2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BAB208C-C5E0-7F85-6F21-906CAFF2CA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</p:spTree>
    <p:extLst>
      <p:ext uri="{BB962C8B-B14F-4D97-AF65-F5344CB8AC3E}">
        <p14:creationId xmlns:p14="http://schemas.microsoft.com/office/powerpoint/2010/main" val="3528202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2BE5-7711-43CC-6529-C0D33AE1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A189572-2160-FB41-6FD2-8438D60F59C1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7BAEA06-82CA-C4DB-10EA-98F08ACD9F86}"/>
              </a:ext>
            </a:extLst>
          </p:cNvPr>
          <p:cNvSpPr/>
          <p:nvPr/>
        </p:nvSpPr>
        <p:spPr>
          <a:xfrm>
            <a:off x="18360000" y="135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Pivot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BF4A96D-F30F-2956-D240-270953521D4D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F8170F8-8CDA-AFA9-FA29-1CC4FF1EF62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16CECB1-848E-3DD7-BADB-366ED4916CD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668143-5B7D-FBDA-E414-7D54AFE1099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2F7BAB6-AD5F-A849-C2D2-EC7418FE28D3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C5BE5A4-BC35-D6C3-F0EE-545337F85DC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D474F26-E54F-A9A8-EAE0-8C8F91711C0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3FF5365-E4A1-3ADA-3C2A-B6803663BAF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7C31C23-1168-A9B9-BBB8-A5F9EE85B21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7F68130-83F0-7722-DDF7-C4D09166F9D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68E8BC0-A320-7A06-67E7-92DADA02B2F3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24FD83-9968-D17B-05F5-46C9C1E272C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F4685BD-9CEC-A063-7500-AA02239F729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F7064837-CE53-A423-8C37-EA772CD7C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661ED49-6610-1504-B090-22AA403CF7D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40568AD-0EF3-102A-8C98-DF50052E03A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CAC872A-A103-0864-4390-CC7E1B03827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6D56877-D3B1-218C-B999-387D072FFE0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A15C5E7-F44D-C733-AFBD-5A161F67CEAC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788965F-5555-7B29-EE97-DD3AA7795B2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864FF68-AA17-4869-5F0F-D1B1619B8B2F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7B934CD-10BA-6E1F-1532-755A7F558AD3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695E9F-2AC6-3669-D1C5-615D85B0CF7B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6769697-B46B-8BBE-B553-CE8FD6BF2DB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55930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2FFC-02A9-FA25-A089-3DC7B42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0BDC148-F3F4-A0CD-CC8B-125A8A64C5FD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922CAD1-9A7F-9F28-34B1-AE4B92BAD2B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38AB7B0-FCB4-EDEA-B314-321F40FAC500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68D841B-4C0E-2E79-3237-E5FA41D578FC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4B8824A-ED8B-07D9-1B91-9E69F4071601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CCE5C93-EEE2-060D-2449-E1C9A1B34FB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5E3A384-413F-D58F-84EF-C3916058B96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0AE1C58-8B02-CAD0-DC2E-91A5FB8F52F1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33C9B07-0004-29E5-1CC1-7B742132223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368C279-101F-9CC4-5AB3-9C1C6FA758FD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4C36E65-C5D4-D69D-C12D-C8912053F04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8CBDCD8-9E93-D3C2-4EB1-F2D065570313}"/>
              </a:ext>
            </a:extLst>
          </p:cNvPr>
          <p:cNvSpPr/>
          <p:nvPr/>
        </p:nvSpPr>
        <p:spPr>
          <a:xfrm>
            <a:off x="18360000" y="135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Pivot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2F26BD8-2056-F48F-33BB-706A4BA354F0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648C92-A4BF-BEBE-DFF0-5AF84706984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BBA152C-4F09-B703-9FB6-31E66460F7A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5ECDE32-D3C4-30E7-BAB4-DBB286A056B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160554A-6402-D414-DFA1-946BCE97497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FF1DBD8-9D9C-DC34-321E-1D24E48F865A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09DD3BC-A769-F152-EF2B-E3603B0E7F4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136428C-BA8F-ECAF-12DB-04171387135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6887389-015B-32EA-F38A-6313804BF9F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C4CAF82-3005-ABEB-5A6E-F58D2F155ABE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CED918F-363F-83F1-EDD2-88A8461A4B4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2001C3D-A311-5525-9C63-28B0F0F42824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0865B94-987B-2F00-5B31-7D6FC2EF1D1F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0749B9F-163B-DBB4-0F83-6B7804E1A9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784ACD5-FFE5-5C5C-4D07-3792FD423FB1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A664C4B-3174-6F8C-6C69-DB327A97D5A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1DE866C-E127-DC1D-72FE-ADDD969FEA55}"/>
              </a:ext>
            </a:extLst>
          </p:cNvPr>
          <p:cNvSpPr/>
          <p:nvPr/>
        </p:nvSpPr>
        <p:spPr>
          <a:xfrm>
            <a:off x="18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65A18FF-B2F2-5CDB-0873-6B376D18601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AE9116F-153F-7130-774C-49E2646147A8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70C9007-297E-19A0-7435-B5ADCBA13E34}"/>
              </a:ext>
            </a:extLst>
          </p:cNvPr>
          <p:cNvSpPr/>
          <p:nvPr/>
        </p:nvSpPr>
        <p:spPr>
          <a:xfrm>
            <a:off x="4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DDED55A-4474-6B01-98F2-DF09E984F708}"/>
              </a:ext>
            </a:extLst>
          </p:cNvPr>
          <p:cNvSpPr/>
          <p:nvPr/>
        </p:nvSpPr>
        <p:spPr>
          <a:xfrm>
            <a:off x="39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EC68330-9464-FACC-7296-312B08232495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37DA87C-947B-8688-EFB1-6F2541125B90}"/>
              </a:ext>
            </a:extLst>
          </p:cNvPr>
          <p:cNvSpPr/>
          <p:nvPr/>
        </p:nvSpPr>
        <p:spPr>
          <a:xfrm>
            <a:off x="183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371693A-6F65-30F3-CAB6-C747FF6FC819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AE8351A-0DC1-5461-6F03-2683C1D14AEB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9951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45AC-A41B-2708-387C-98492777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57A94FC0-BF19-C699-B22F-E804127441A3}"/>
              </a:ext>
            </a:extLst>
          </p:cNvPr>
          <p:cNvSpPr/>
          <p:nvPr/>
        </p:nvSpPr>
        <p:spPr>
          <a:xfrm>
            <a:off x="187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12AE70-4393-C8CE-4B89-EDD078DDC4B9}"/>
              </a:ext>
            </a:extLst>
          </p:cNvPr>
          <p:cNvSpPr/>
          <p:nvPr/>
        </p:nvSpPr>
        <p:spPr>
          <a:xfrm>
            <a:off x="18360000" y="135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Pivot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AEE1A9-1CE2-A39E-45A6-5C24CBF8A84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4A15520-EC34-2272-0E44-C1B08493C75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840156-150B-061B-2D08-8D37B6D14EEA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BAEF231-72B8-60B8-DEE7-4BFD055F3FD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3C489EA-1732-BA07-2CFB-88D4A98E9B9E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78EB173-A314-56A5-BE62-5A358C32E1C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9AABE9B-DF9D-F776-5B19-6162DA46150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99B6579-5B4F-E81D-5D3F-B376E9E2194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3AA9C58-E0B2-3204-F656-F59B90119030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701D137-D289-7EE7-B98E-0ECC5C4F6027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11E38B9-F9F7-C896-8E58-86F3ABA96FDD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0C516B1-E511-8E2C-711B-149E94D085BC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E249359-4A1B-8B26-4003-2AB8BA4F0F7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FB44DD3A-89A1-005D-0404-3A9CD64B5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3B1AB59-0DA8-C8B1-C9E2-7A6C0D384F70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1AC5406-4679-1F76-ADFB-CC4A7A2ABF92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9FFC9E3-DD0A-39E8-5469-1F8F6A1606C9}"/>
              </a:ext>
            </a:extLst>
          </p:cNvPr>
          <p:cNvSpPr/>
          <p:nvPr/>
        </p:nvSpPr>
        <p:spPr>
          <a:xfrm>
            <a:off x="18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E847533-5DDC-350B-1D8D-835D71A1C75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A3758C6-2F96-F9B9-FB6E-B3DB3AF7A7E5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AC3BB69-4299-ACA1-A0A1-F16804972251}"/>
              </a:ext>
            </a:extLst>
          </p:cNvPr>
          <p:cNvSpPr/>
          <p:nvPr/>
        </p:nvSpPr>
        <p:spPr>
          <a:xfrm>
            <a:off x="4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F4D89BE-C5CF-F56C-0944-716828F8A3BC}"/>
              </a:ext>
            </a:extLst>
          </p:cNvPr>
          <p:cNvSpPr/>
          <p:nvPr/>
        </p:nvSpPr>
        <p:spPr>
          <a:xfrm>
            <a:off x="39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E541F91-56EF-592B-2C11-4361AD831F5C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F0BE4F6-506F-EEE5-8838-17CBD46B785D}"/>
              </a:ext>
            </a:extLst>
          </p:cNvPr>
          <p:cNvSpPr/>
          <p:nvPr/>
        </p:nvSpPr>
        <p:spPr>
          <a:xfrm>
            <a:off x="183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AC060EB-F912-29BC-3ABB-162D2B6F85DE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308F61D-C46F-537D-8B2E-F012323AF292}"/>
              </a:ext>
            </a:extLst>
          </p:cNvPr>
          <p:cNvSpPr/>
          <p:nvPr/>
        </p:nvSpPr>
        <p:spPr>
          <a:xfrm>
            <a:off x="43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68D6339-74DC-3380-9A9A-6921F5C8B844}"/>
              </a:ext>
            </a:extLst>
          </p:cNvPr>
          <p:cNvSpPr/>
          <p:nvPr/>
        </p:nvSpPr>
        <p:spPr>
          <a:xfrm>
            <a:off x="576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D667682-EA00-495A-5F63-33C24B6C62F2}"/>
              </a:ext>
            </a:extLst>
          </p:cNvPr>
          <p:cNvSpPr/>
          <p:nvPr/>
        </p:nvSpPr>
        <p:spPr>
          <a:xfrm>
            <a:off x="720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5C91A52-55E0-628E-858D-7FA089F48005}"/>
              </a:ext>
            </a:extLst>
          </p:cNvPr>
          <p:cNvSpPr/>
          <p:nvPr/>
        </p:nvSpPr>
        <p:spPr>
          <a:xfrm>
            <a:off x="864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CDD4113-36B7-2F18-AC3A-724291BBB4C0}"/>
              </a:ext>
            </a:extLst>
          </p:cNvPr>
          <p:cNvSpPr/>
          <p:nvPr/>
        </p:nvSpPr>
        <p:spPr>
          <a:xfrm>
            <a:off x="1008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8E03EFA-70B9-AEF2-CEAE-680D4506B3CF}"/>
              </a:ext>
            </a:extLst>
          </p:cNvPr>
          <p:cNvSpPr/>
          <p:nvPr/>
        </p:nvSpPr>
        <p:spPr>
          <a:xfrm>
            <a:off x="115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F00415F-B096-D7AC-EE74-B56E62B17523}"/>
              </a:ext>
            </a:extLst>
          </p:cNvPr>
          <p:cNvSpPr/>
          <p:nvPr/>
        </p:nvSpPr>
        <p:spPr>
          <a:xfrm>
            <a:off x="1296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EC97F7C-18DA-B265-0C09-D6A3ACA61900}"/>
              </a:ext>
            </a:extLst>
          </p:cNvPr>
          <p:cNvSpPr/>
          <p:nvPr/>
        </p:nvSpPr>
        <p:spPr>
          <a:xfrm>
            <a:off x="1440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950EF6C-5794-0DB0-8145-1076F0881AA2}"/>
              </a:ext>
            </a:extLst>
          </p:cNvPr>
          <p:cNvSpPr/>
          <p:nvPr/>
        </p:nvSpPr>
        <p:spPr>
          <a:xfrm>
            <a:off x="1584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4FBC887-08DC-0B83-5032-CFE5279FF657}"/>
              </a:ext>
            </a:extLst>
          </p:cNvPr>
          <p:cNvSpPr/>
          <p:nvPr/>
        </p:nvSpPr>
        <p:spPr>
          <a:xfrm>
            <a:off x="1728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1073A18-4FCE-59EA-C281-B427DD76F8E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E55A7C9-94CE-3736-035D-FD4D3FB0ED1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0714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D868-BFD1-512D-7714-049C5011E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9C30B361-4A51-C44F-7CEF-7520CF6B9EB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B5E0635-64AF-CEF5-9503-A7E60ACA4910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3A9B39C-9CD8-569B-3D28-3AE20D04E2B7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C1F3F16-5BC8-5F11-FEC8-59367EB21C44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90F318A-C52A-1669-11EF-B3FFE6AB7B8D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120060F-362F-4E8C-9A70-BAA5701C919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24C1EDB-93A5-8DAB-9E88-B1B2B89D7E30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88AFE7A-1918-1BB0-0CD2-0F94537C020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EDD74EE-D85E-393C-8C18-F1E7460D4B1A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A55CE7A-9F16-52CA-88BF-71E9E0D52A6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80BC6C5-8455-EFD9-5BE7-F3CD7DA58E8A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9C6541D-8067-74D3-9A4E-B23246A8F0D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ADF84A3-A996-BA62-DDBC-E124AAB3E9D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271D24E2-6DEE-3603-1FFD-E08243987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D0ADBD-D65B-A327-A8E4-C32FEC93096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D6ECC51-F8DC-3CC0-F4E9-FA4546202FB6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A72C5C2-FF93-2BB3-F6DA-3EF047E94D64}"/>
              </a:ext>
            </a:extLst>
          </p:cNvPr>
          <p:cNvSpPr/>
          <p:nvPr/>
        </p:nvSpPr>
        <p:spPr>
          <a:xfrm>
            <a:off x="18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AC05A26-8A4C-D86D-B3B0-00958E2EF8C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7158C8B-6248-E02B-AE32-7DEDC36E9246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0976D8A-2FA5-EF4F-721B-CDAA17550927}"/>
              </a:ext>
            </a:extLst>
          </p:cNvPr>
          <p:cNvSpPr/>
          <p:nvPr/>
        </p:nvSpPr>
        <p:spPr>
          <a:xfrm>
            <a:off x="4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B0C75A2-D715-50BB-BC73-D631D28C9487}"/>
              </a:ext>
            </a:extLst>
          </p:cNvPr>
          <p:cNvSpPr/>
          <p:nvPr/>
        </p:nvSpPr>
        <p:spPr>
          <a:xfrm>
            <a:off x="39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1080A4E-FE55-C43D-D9A2-1FFC94ABB5A6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564429E-B824-36ED-7212-1078D12BDE56}"/>
              </a:ext>
            </a:extLst>
          </p:cNvPr>
          <p:cNvSpPr/>
          <p:nvPr/>
        </p:nvSpPr>
        <p:spPr>
          <a:xfrm>
            <a:off x="183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33AD81-D110-B6F2-5306-C54043E7AECB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C5DD96-44BE-13B3-3436-CB3420E8B25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D8966AE-6E16-B861-E746-7E996FDE97A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E7D9037-4C48-5597-84EA-F543E6237F8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F45F8C8-FF64-31A4-293C-7FC4BDB5B0B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990B858-6BC8-8143-5DEB-C5C2E4D1A29E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C0EB595-3629-D377-F425-25B401B1AD1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1654E69-7FE6-AD11-5D05-ED79D859B39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8A51B75-5172-5CF1-3B74-49D280304AC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9238783-FF26-7472-B2DD-7754D86D7871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85C5A7A-D0A1-9E83-9A11-7E216858A928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907D5D0-00DF-F94F-E788-52DD9AE69BE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E86E4C6-DAC3-D507-5CDE-D56DE89B8A2C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3A5AC34-81AC-5CE1-3EB5-346590AC0B7D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4091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8807-A98F-CEA9-ACF7-6C0DEB9E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4FFDC5F-4A66-2B57-8E30-28168836AA30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6F57A2B-FB2B-46EE-523A-64AD394C5271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2EA73F3-B04F-1026-574E-D00C1529E694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3AE16ED-9CA0-16AB-0A6F-331F801A0D1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3AF0CAD-1B2C-6929-15AF-7A6B6A855CE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7961D9D-DA44-8288-A802-00D0895AA7A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EFDBF14-6D69-D13A-4AA7-A62111B849B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37FB07E-C823-0776-E0D6-203EFC0FBC87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F309CE4-A8BE-C619-8629-F6B15326EEA5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81CC928-4E5B-D14A-51E8-AD06C8A11A7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0D897E6-4206-4BF7-3027-F9F1C07676D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CD448C7-A93F-C903-8772-D894E8B7A6AC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9EED4B4-37D3-EC31-15B7-03B7132224A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87BD152-D34E-DD88-DEDE-229570402F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7B1DFB3-3B0D-82B9-63DD-FFE6394606CA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A6433A-3BB2-49D7-46DB-F986F41578D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8D4A41-CCDB-CA87-79B3-AF68F8F93434}"/>
              </a:ext>
            </a:extLst>
          </p:cNvPr>
          <p:cNvSpPr/>
          <p:nvPr/>
        </p:nvSpPr>
        <p:spPr>
          <a:xfrm>
            <a:off x="18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F034772-3772-99EF-B998-4F78A6697D57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F048BB4-4BFF-BD71-2BD9-F21C35E0D163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0F5EF9F-3857-0E8E-F4DE-23B946BB2469}"/>
              </a:ext>
            </a:extLst>
          </p:cNvPr>
          <p:cNvSpPr/>
          <p:nvPr/>
        </p:nvSpPr>
        <p:spPr>
          <a:xfrm>
            <a:off x="4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05BA744-DE20-E952-C91E-27A1228C1C18}"/>
              </a:ext>
            </a:extLst>
          </p:cNvPr>
          <p:cNvSpPr/>
          <p:nvPr/>
        </p:nvSpPr>
        <p:spPr>
          <a:xfrm>
            <a:off x="39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D4DF56F-4B82-5D07-2460-7D7C7B9B8277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A5A88DB-D32F-1A38-8785-A8247C01DAE7}"/>
              </a:ext>
            </a:extLst>
          </p:cNvPr>
          <p:cNvSpPr/>
          <p:nvPr/>
        </p:nvSpPr>
        <p:spPr>
          <a:xfrm>
            <a:off x="183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201A1FF-2802-9A83-EAC9-9C7CB401C4C5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133FA21-936A-ED34-DB68-0C74B6E02053}"/>
              </a:ext>
            </a:extLst>
          </p:cNvPr>
          <p:cNvSpPr/>
          <p:nvPr/>
        </p:nvSpPr>
        <p:spPr>
          <a:xfrm>
            <a:off x="432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28426C2-F0C6-232E-3DB8-1A68F3C2519D}"/>
              </a:ext>
            </a:extLst>
          </p:cNvPr>
          <p:cNvSpPr/>
          <p:nvPr/>
        </p:nvSpPr>
        <p:spPr>
          <a:xfrm>
            <a:off x="576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E1045A4-B73F-821E-B440-519855754A6A}"/>
              </a:ext>
            </a:extLst>
          </p:cNvPr>
          <p:cNvSpPr/>
          <p:nvPr/>
        </p:nvSpPr>
        <p:spPr>
          <a:xfrm>
            <a:off x="720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7F5191B-08DB-1E80-E48B-7E3F211443DC}"/>
              </a:ext>
            </a:extLst>
          </p:cNvPr>
          <p:cNvSpPr/>
          <p:nvPr/>
        </p:nvSpPr>
        <p:spPr>
          <a:xfrm>
            <a:off x="864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C1F2931-7CB2-3189-CC8C-EAF618D4A0D2}"/>
              </a:ext>
            </a:extLst>
          </p:cNvPr>
          <p:cNvSpPr/>
          <p:nvPr/>
        </p:nvSpPr>
        <p:spPr>
          <a:xfrm>
            <a:off x="1008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816DED4-1631-F6E4-1602-70D900C6C8C3}"/>
              </a:ext>
            </a:extLst>
          </p:cNvPr>
          <p:cNvSpPr/>
          <p:nvPr/>
        </p:nvSpPr>
        <p:spPr>
          <a:xfrm>
            <a:off x="1152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42CC147-6975-7D68-9620-88960702AD57}"/>
              </a:ext>
            </a:extLst>
          </p:cNvPr>
          <p:cNvSpPr/>
          <p:nvPr/>
        </p:nvSpPr>
        <p:spPr>
          <a:xfrm>
            <a:off x="1296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45688D9-61C8-3DD5-4FE6-99D6E5087F85}"/>
              </a:ext>
            </a:extLst>
          </p:cNvPr>
          <p:cNvSpPr/>
          <p:nvPr/>
        </p:nvSpPr>
        <p:spPr>
          <a:xfrm>
            <a:off x="1440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0F895E8-1861-CE31-A420-8CCA07B5120F}"/>
              </a:ext>
            </a:extLst>
          </p:cNvPr>
          <p:cNvSpPr/>
          <p:nvPr/>
        </p:nvSpPr>
        <p:spPr>
          <a:xfrm>
            <a:off x="1584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8F56A03-A00F-E090-D49B-9D1C5D725BBA}"/>
              </a:ext>
            </a:extLst>
          </p:cNvPr>
          <p:cNvSpPr/>
          <p:nvPr/>
        </p:nvSpPr>
        <p:spPr>
          <a:xfrm>
            <a:off x="1728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1F8FDF6-E385-7BDE-C6C8-E962F1566485}"/>
              </a:ext>
            </a:extLst>
          </p:cNvPr>
          <p:cNvSpPr/>
          <p:nvPr/>
        </p:nvSpPr>
        <p:spPr>
          <a:xfrm>
            <a:off x="18720000" y="2175545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7191543-94CB-FF34-33DE-74FF55400432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05B26BC-D858-3D38-28B9-EA190558DA1E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65501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C53C5-6DD3-24B7-D41B-51330D08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463E944-CCDF-21F8-1C86-90C30F27DFC4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AC43AA3-27CF-479E-D3A4-B5458FE1B54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FE8149E-E703-9A77-3740-B9790A0334DF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95A4828-BE48-B408-3398-A1762C1112D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4F62D67-8BCC-4A70-3D35-A66DAE1A24DE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7436EDD-B42E-E833-3BEC-41975D738C0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835E108-94C0-CE8D-3307-8C9F6F4FC0E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A1BE5C8-7F75-92B5-75E7-0CF7499D010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EEA8A7D-51BE-1F76-EFFB-6D463FE51D17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2F96CC4-FE5B-BD63-0EB5-F0BD4FC0138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F1DBEDA-F2EE-5B26-8A87-72ADE937B1C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69E445-1578-8132-1CAA-58F296A52ED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E28461E-73DD-546A-C03B-4C6070423BA4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F0CA552-F469-DF26-6992-4096D3DE9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4AFCD0-CBD7-852E-9AD2-5B78AE70CD9A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D79291F-DAB5-7FEF-ABCC-866B846575A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70C2492-8201-9C20-58D3-FC60511B3458}"/>
              </a:ext>
            </a:extLst>
          </p:cNvPr>
          <p:cNvSpPr/>
          <p:nvPr/>
        </p:nvSpPr>
        <p:spPr>
          <a:xfrm>
            <a:off x="18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FB7A76E-511E-B3BE-2E79-2AFBCE0A02F2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473F8B5-2719-13FF-806B-029D73C72033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A10404E-7EBB-D9E5-5A21-B97D977AD009}"/>
              </a:ext>
            </a:extLst>
          </p:cNvPr>
          <p:cNvSpPr/>
          <p:nvPr/>
        </p:nvSpPr>
        <p:spPr>
          <a:xfrm>
            <a:off x="630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BB7BFF0-BB1B-C8EA-7B42-0A17DBAADF3F}"/>
              </a:ext>
            </a:extLst>
          </p:cNvPr>
          <p:cNvSpPr/>
          <p:nvPr/>
        </p:nvSpPr>
        <p:spPr>
          <a:xfrm>
            <a:off x="46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9ED90D3-478D-4850-FEC2-7E325074BEE3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9E6821E-4C6D-C269-6AB7-65F92E6E3B39}"/>
              </a:ext>
            </a:extLst>
          </p:cNvPr>
          <p:cNvSpPr/>
          <p:nvPr/>
        </p:nvSpPr>
        <p:spPr>
          <a:xfrm>
            <a:off x="183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445EDA4-3CC0-832D-D7A9-772540FD923A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BAC2B21-4714-064B-7C4D-846B7B4F24C7}"/>
              </a:ext>
            </a:extLst>
          </p:cNvPr>
          <p:cNvSpPr/>
          <p:nvPr/>
        </p:nvSpPr>
        <p:spPr>
          <a:xfrm>
            <a:off x="432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5FEC37A-BF4A-3FEA-10B5-9EA04E4CA94F}"/>
              </a:ext>
            </a:extLst>
          </p:cNvPr>
          <p:cNvSpPr/>
          <p:nvPr/>
        </p:nvSpPr>
        <p:spPr>
          <a:xfrm>
            <a:off x="576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6E7AFBF-7E5D-FC58-54AC-7BDF23BC9F63}"/>
              </a:ext>
            </a:extLst>
          </p:cNvPr>
          <p:cNvSpPr/>
          <p:nvPr/>
        </p:nvSpPr>
        <p:spPr>
          <a:xfrm>
            <a:off x="720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EB93E0D-21C0-87B7-9D59-80F071A64719}"/>
              </a:ext>
            </a:extLst>
          </p:cNvPr>
          <p:cNvSpPr/>
          <p:nvPr/>
        </p:nvSpPr>
        <p:spPr>
          <a:xfrm>
            <a:off x="864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43D5537-3DAF-27C2-86CE-A4CCBE4E3B7E}"/>
              </a:ext>
            </a:extLst>
          </p:cNvPr>
          <p:cNvSpPr/>
          <p:nvPr/>
        </p:nvSpPr>
        <p:spPr>
          <a:xfrm>
            <a:off x="1008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EEAE6EA-D803-D8E8-3667-C068FB15D6B0}"/>
              </a:ext>
            </a:extLst>
          </p:cNvPr>
          <p:cNvSpPr/>
          <p:nvPr/>
        </p:nvSpPr>
        <p:spPr>
          <a:xfrm>
            <a:off x="1152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9F0C790-CD87-274F-A925-C74F9D5577A0}"/>
              </a:ext>
            </a:extLst>
          </p:cNvPr>
          <p:cNvSpPr/>
          <p:nvPr/>
        </p:nvSpPr>
        <p:spPr>
          <a:xfrm>
            <a:off x="1296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F3212E8-B380-2BBF-0ACF-336261CF35CF}"/>
              </a:ext>
            </a:extLst>
          </p:cNvPr>
          <p:cNvSpPr/>
          <p:nvPr/>
        </p:nvSpPr>
        <p:spPr>
          <a:xfrm>
            <a:off x="1440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AFAA790-F47E-7817-0EB6-DF7A8D196A32}"/>
              </a:ext>
            </a:extLst>
          </p:cNvPr>
          <p:cNvSpPr/>
          <p:nvPr/>
        </p:nvSpPr>
        <p:spPr>
          <a:xfrm>
            <a:off x="1584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35F1732-9458-E3D9-163A-E9772CE1ABD5}"/>
              </a:ext>
            </a:extLst>
          </p:cNvPr>
          <p:cNvSpPr/>
          <p:nvPr/>
        </p:nvSpPr>
        <p:spPr>
          <a:xfrm>
            <a:off x="1728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336021F-8865-789C-C592-FCD54F652A8E}"/>
              </a:ext>
            </a:extLst>
          </p:cNvPr>
          <p:cNvSpPr/>
          <p:nvPr/>
        </p:nvSpPr>
        <p:spPr>
          <a:xfrm>
            <a:off x="18720000" y="2205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7CF8D7F-18BB-7EAC-6A61-D7E391F15202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715E33D-9840-C571-6DF1-9F0BBDDF8A4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072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0225-FA2C-4E7D-4FF9-F4C6E977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E7721D5-A551-93B4-63B2-2D043A248497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716CB9E-E529-36CF-71B1-D8F49F533C3F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413D7E4-7DE4-763A-331D-131E73FE5247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163B51E-0ABB-8F36-8832-334D71A86A9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E166DD2-668D-1642-30A5-5107E67A59CA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015BCC8-F282-D9B0-C8DA-6EFB5D285FA8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E03FCE4-6D0A-40E4-D6DB-953DDD8B64D8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E254486-9F43-E282-B851-4D5D6E245B7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67FB5E6-A968-CD53-D991-9C4C295A906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5B09232-2274-31EE-99F6-F0D6D73AFC9D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24A9D43-B93B-4656-FF59-1C94B7326F9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2C56AEC-2905-81B0-7A4C-882056CE5F60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97C8DFF-23D4-122C-5B62-F7142C44766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2E56BFA-7B27-D8B2-ECD9-F44B05C8A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4305CC8-5A98-5509-3BD7-869EB0F32CBA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6AE9FDA-FE52-A5F4-B8CD-A308EE4C774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A9D91E8-5D32-0A1A-4412-D4CDFA7727E3}"/>
              </a:ext>
            </a:extLst>
          </p:cNvPr>
          <p:cNvSpPr/>
          <p:nvPr/>
        </p:nvSpPr>
        <p:spPr>
          <a:xfrm>
            <a:off x="1674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8FC549A-2C75-29FB-D90F-BEB52A84772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C5FBDD7-3174-BB0C-DCD1-72363DF50EB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9D0AD8B-00B1-0A3C-C79B-127F6F368454}"/>
              </a:ext>
            </a:extLst>
          </p:cNvPr>
          <p:cNvSpPr/>
          <p:nvPr/>
        </p:nvSpPr>
        <p:spPr>
          <a:xfrm>
            <a:off x="630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6E15EAC-115B-2880-0D28-B0A2D83D8F0F}"/>
              </a:ext>
            </a:extLst>
          </p:cNvPr>
          <p:cNvSpPr/>
          <p:nvPr/>
        </p:nvSpPr>
        <p:spPr>
          <a:xfrm>
            <a:off x="46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0573ABB-F0DF-7F1C-1B86-6F048202CCB3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C2EEC13-F868-597A-85E0-6D95C1AFF62F}"/>
              </a:ext>
            </a:extLst>
          </p:cNvPr>
          <p:cNvSpPr/>
          <p:nvPr/>
        </p:nvSpPr>
        <p:spPr>
          <a:xfrm>
            <a:off x="1764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E527796-6C52-EEBC-CE5D-01FF5DDA0F0C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AC33C42-B57A-75B4-ECDC-C762956CFE6C}"/>
              </a:ext>
            </a:extLst>
          </p:cNvPr>
          <p:cNvSpPr/>
          <p:nvPr/>
        </p:nvSpPr>
        <p:spPr>
          <a:xfrm>
            <a:off x="43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8520B36-2158-E0DF-284B-D9D5E4FF493A}"/>
              </a:ext>
            </a:extLst>
          </p:cNvPr>
          <p:cNvSpPr/>
          <p:nvPr/>
        </p:nvSpPr>
        <p:spPr>
          <a:xfrm>
            <a:off x="576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250CC65-A2F9-E5FA-B74D-EC0FC105ABA6}"/>
              </a:ext>
            </a:extLst>
          </p:cNvPr>
          <p:cNvSpPr/>
          <p:nvPr/>
        </p:nvSpPr>
        <p:spPr>
          <a:xfrm>
            <a:off x="720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948AC77-B9A1-2EAC-84F1-0FADA606DDF3}"/>
              </a:ext>
            </a:extLst>
          </p:cNvPr>
          <p:cNvSpPr/>
          <p:nvPr/>
        </p:nvSpPr>
        <p:spPr>
          <a:xfrm>
            <a:off x="864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9BD73CF-2073-6554-4C7E-AFACA9FE05AB}"/>
              </a:ext>
            </a:extLst>
          </p:cNvPr>
          <p:cNvSpPr/>
          <p:nvPr/>
        </p:nvSpPr>
        <p:spPr>
          <a:xfrm>
            <a:off x="1008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EEF7C49-D4A7-A68B-B9F6-0FF13671592F}"/>
              </a:ext>
            </a:extLst>
          </p:cNvPr>
          <p:cNvSpPr/>
          <p:nvPr/>
        </p:nvSpPr>
        <p:spPr>
          <a:xfrm>
            <a:off x="115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5FAAED9-AC8D-76D2-DDC5-4BAD8C77DC7B}"/>
              </a:ext>
            </a:extLst>
          </p:cNvPr>
          <p:cNvSpPr/>
          <p:nvPr/>
        </p:nvSpPr>
        <p:spPr>
          <a:xfrm>
            <a:off x="1296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0DA1B8B-9660-F0FF-28D2-163887EB6FBF}"/>
              </a:ext>
            </a:extLst>
          </p:cNvPr>
          <p:cNvSpPr/>
          <p:nvPr/>
        </p:nvSpPr>
        <p:spPr>
          <a:xfrm>
            <a:off x="1440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278279E-1A07-354E-3BA5-A5766878E9DE}"/>
              </a:ext>
            </a:extLst>
          </p:cNvPr>
          <p:cNvSpPr/>
          <p:nvPr/>
        </p:nvSpPr>
        <p:spPr>
          <a:xfrm>
            <a:off x="1584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34BD1D9-26C7-A173-9EBC-52CB0CB636B6}"/>
              </a:ext>
            </a:extLst>
          </p:cNvPr>
          <p:cNvSpPr/>
          <p:nvPr/>
        </p:nvSpPr>
        <p:spPr>
          <a:xfrm>
            <a:off x="1728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382AA33-0E44-49CF-A583-4D7847558D03}"/>
              </a:ext>
            </a:extLst>
          </p:cNvPr>
          <p:cNvSpPr/>
          <p:nvPr/>
        </p:nvSpPr>
        <p:spPr>
          <a:xfrm>
            <a:off x="18725564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B816913-88F6-7E11-8030-F038B47AA09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C67304E-BC8D-C6EF-1104-1846188922C5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9594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E4C8-1E00-8FAB-8B14-1EE7E95D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8C68D5B7-E03F-85FB-8C7A-7590FEE74CBB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E83314E-F3BE-37D5-BB45-4EAE17AFCBC0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D396C96-420E-6142-1D5A-F39E5C620EBA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659A8CC-F44F-6970-7420-FA70D1AE399B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293F65-1A3D-3E7A-E9A0-7F0F7D90CFB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BB4C8E8-F1A1-BC39-E601-FA4053A3328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DAEFC46-BBE7-A386-F137-024F3823851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EDA9760-2AAA-DFCA-36E5-DED9F3D9776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4BFF77E-A617-047B-2FA7-337F8E0BD6C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DB84D73-8D10-6B5D-889A-BA40FAA0F81F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2CD768C-CB47-BFBF-D77A-39101D8C990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9AD3E3-C314-F1AC-33F4-7231308A9DB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28A39A4-B2ED-01F4-C22E-04DE59CF3EB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8EB7893F-F743-FAAA-43AD-586D866AF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BEC9AC-0E31-555B-DBB5-EBBCC44B9FDC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72E399D-A00C-F171-3831-1877FBA64609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2B9E5BA-20A8-3FC0-96A9-D8E1309B5FDE}"/>
              </a:ext>
            </a:extLst>
          </p:cNvPr>
          <p:cNvSpPr/>
          <p:nvPr/>
        </p:nvSpPr>
        <p:spPr>
          <a:xfrm>
            <a:off x="1530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C8D8E72-5D6D-8FEA-111B-3EBA87254A23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6D39B27-EBF1-B559-17DD-BE969BD23A1B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0F74FD9-68BA-B97D-FAFF-1F18726D856D}"/>
              </a:ext>
            </a:extLst>
          </p:cNvPr>
          <p:cNvSpPr/>
          <p:nvPr/>
        </p:nvSpPr>
        <p:spPr>
          <a:xfrm>
            <a:off x="630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D459D18-5D3D-0A39-E234-AE983FD25C50}"/>
              </a:ext>
            </a:extLst>
          </p:cNvPr>
          <p:cNvSpPr/>
          <p:nvPr/>
        </p:nvSpPr>
        <p:spPr>
          <a:xfrm>
            <a:off x="46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62D9526-7DAA-FA9B-7402-BE3FCB2751D7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6A6321A-FB65-8EA1-C4CD-BB4FEADC10CD}"/>
              </a:ext>
            </a:extLst>
          </p:cNvPr>
          <p:cNvSpPr/>
          <p:nvPr/>
        </p:nvSpPr>
        <p:spPr>
          <a:xfrm>
            <a:off x="1692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5A9FC35-DF32-0E40-3014-814AB74785CC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D90758F-F78D-7CD9-618C-863875F0C49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3B8400C-F182-88B7-B429-A7670880001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C7E528F-76C4-7409-10D8-DAE6603A6640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F45FCE1-DD62-7219-E920-CFEBB49EDF7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A3A568C-98BA-AD43-818D-F0DD3871660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F76C60E-FA8A-B771-2208-D887478CA20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6A826D7-0081-118D-42EF-DC79B5D6D388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222698-3687-D1A0-4D05-C7FF0D4F724B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A1BBBDC-EB0C-4BF7-FAD5-397E657A164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049D3B3-0EAC-C721-8031-E5D0C1ECCED4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C4B262E-27E4-26B0-D407-FB1C5A28B8BB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C9B8546-1FB5-47F7-5B87-721FC6642555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420B018-CEF0-B386-67E5-10DEDCD5B87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229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AFC2-1C18-33C3-F42C-2AD23427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F0D457F-B103-4123-A111-8BD0B1D9543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B40D0A-D10D-7829-963C-95E44D967605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00B7347-BA51-ADB5-1268-456829B76706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3334F9B-9FBC-AA33-8B54-D736E3EB315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3A4CDD4-D1CD-1B97-E9D5-188439F85C72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2D31AC8-DE16-26F6-4716-263C302103E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646E080-82D4-90EE-7F96-D37CA4D10E0D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737D6D1-E765-C224-D045-926F08E950E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A6EFB50-53EB-D784-BB05-89E8949EEB3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0B2449D-E02B-7154-74D8-CD30DC8AC03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FA95F12-0A64-C51A-8F0D-42CC56E3C8CA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9D0A4C-A8E9-AB41-EE10-39F189ADBC7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CD399E-AF2B-70A7-D64A-9BC02A6357F2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CC63323-54DB-AE9F-4986-1B8EC05DD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6B77D0-EB31-76CC-08D0-FE5FA0534EC1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5965D3B-5A9E-63E0-0D33-1FF72D446AC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AF8F67D-B068-8D74-B825-41436E9D742D}"/>
              </a:ext>
            </a:extLst>
          </p:cNvPr>
          <p:cNvSpPr/>
          <p:nvPr/>
        </p:nvSpPr>
        <p:spPr>
          <a:xfrm>
            <a:off x="13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A428481-114E-79C5-58C3-DB13CD15F77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0DC0B3-AD3E-CFAF-257E-015B1FCC9F3B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DB96425-B679-903E-AA77-705B639E1066}"/>
              </a:ext>
            </a:extLst>
          </p:cNvPr>
          <p:cNvSpPr/>
          <p:nvPr/>
        </p:nvSpPr>
        <p:spPr>
          <a:xfrm>
            <a:off x="630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97B921D-FEE2-78D7-C4C0-C0DE1A4D2C39}"/>
              </a:ext>
            </a:extLst>
          </p:cNvPr>
          <p:cNvSpPr/>
          <p:nvPr/>
        </p:nvSpPr>
        <p:spPr>
          <a:xfrm>
            <a:off x="46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D2EE771-ABEB-FB40-E364-7636CC2FF3DD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BEF59E8-4BA2-FD9C-C219-5D5CB38B44A1}"/>
              </a:ext>
            </a:extLst>
          </p:cNvPr>
          <p:cNvSpPr/>
          <p:nvPr/>
        </p:nvSpPr>
        <p:spPr>
          <a:xfrm>
            <a:off x="1620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909D82D-F87D-B855-9482-BC24B98401B3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72C9029-7F06-69A2-7280-84B70DFFB619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634CDB3-FA20-A210-6614-26A64086BAF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BEBA992-999B-1CC9-7A1C-01F053F7F12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CD2FA2C-46BD-3515-722E-A5616C34143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D0C9A51-3871-E2AA-68E4-9E53E28FFD23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88FEDAA-BDE7-BA29-0729-8A321E23DAB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67723D1-FF0B-0C13-86A9-275CC5A084B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B3C801B-537F-E0DF-6802-D1ED6CE88EB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596091E-4981-6C80-53B7-4FE1639E674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EDBAC96-1C9A-3A50-78FC-4E9EDF11DF8E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48DF591-A9C0-DBF5-8C22-938E1ACFB6BA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C5D739C-4D45-7CD0-3795-BC52293542DF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B8099A0-B104-4A64-1DC6-0655827152A5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3546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2F51-AB34-5971-EBCB-C1B10847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65207504-F787-BA9D-93DF-FB7982461247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DBF4683-91B3-007A-75AC-9D21D6EC6DC3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A5D52F0-4D44-5497-F221-56BE9347BF4F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91A1A6B-7AD5-84A8-25F6-4E8AD9D157B9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9C10A90-AA18-541B-F2B6-0F63F078766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5CCFC85-9713-8913-8D7A-C9C33D723FC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DCF717C-56C6-6B78-A789-6A1F441EA92B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5BCABC4-52DA-44EC-C322-85D161F2112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BA7277C-9D2F-61AA-7D3F-F59B099354D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10D1E20-7BE3-7EDA-8508-ED6167E28F96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07B929A-58EF-2DB4-2C11-66F70B284DD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C08F448-350C-FDCF-BF7B-E29D51B9376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A1D31D1-B16F-5260-DC56-F7401BAF651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2ED8E045-780E-F19F-F5F4-4A1F781567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F8C503C-E08B-197D-FF56-15897884FF43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50FFCC-5EE0-A8C9-2C76-CC9314908DCE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CEECC8E-A6F5-4908-51D1-B3FA9AE90699}"/>
              </a:ext>
            </a:extLst>
          </p:cNvPr>
          <p:cNvSpPr/>
          <p:nvPr/>
        </p:nvSpPr>
        <p:spPr>
          <a:xfrm>
            <a:off x="138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2DEAF52-8A13-EA35-C862-BAC32DFBB91C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F1EAA3-B950-9DD0-4561-9A22B5048E10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84A748B-0616-B296-38FA-A485F684C0BC}"/>
              </a:ext>
            </a:extLst>
          </p:cNvPr>
          <p:cNvSpPr/>
          <p:nvPr/>
        </p:nvSpPr>
        <p:spPr>
          <a:xfrm>
            <a:off x="774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BB2FB6C-3C84-6A38-0A3B-83B1E07078B1}"/>
              </a:ext>
            </a:extLst>
          </p:cNvPr>
          <p:cNvSpPr/>
          <p:nvPr/>
        </p:nvSpPr>
        <p:spPr>
          <a:xfrm>
            <a:off x="540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F4A3174-CEF7-A699-F43F-ACBBB6740479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AEC0860-C676-80F3-B6EA-40B586845829}"/>
              </a:ext>
            </a:extLst>
          </p:cNvPr>
          <p:cNvSpPr/>
          <p:nvPr/>
        </p:nvSpPr>
        <p:spPr>
          <a:xfrm>
            <a:off x="1620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CD5CC61-573E-592B-558E-CB16CAD804A9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EF8456A-9D98-5874-6AC3-FB4709C06885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3FB77A8-BC09-D88D-1119-B11CBAFB3F2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1EAE46B-00ED-F76D-5F20-658541B60A4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4ECD2FA-06CA-EB53-209B-C10E1DBA69A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248DBCA-5B80-E636-4AC2-2C091A23F23E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EC03C0C-BAD1-9404-763C-D42D33273F62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17158DA-FE24-96B5-8D7C-F41DC2EC7383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85519BE-E11D-B9E7-93E1-65CDC998D5F7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4ED2F67-BCCA-D80E-DB73-868885D9A35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FC3E8AB-231C-6AC3-87E2-09A72B5BE913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05A0AA9-860E-6EB1-5A9E-9AD4BC087116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299C418-9DE0-DB06-CEC0-D4E745AC3891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F3F59E0-4B4C-785C-7CB9-6DB49DDB8F60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12022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7EA8-0666-93E4-1968-A63442DE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D5B8644D-2ABB-92B5-7CCC-B373960762E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8522049-06F2-0406-3AA8-5BA793418D75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D4402A3-14A9-5EE5-6933-8BBBF6D9E03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15A31F6-C593-2712-9499-7E3772C6B6C1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4B6E0DE-B039-3311-2EE1-B08E9183A23F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14757CD-D75A-7100-2A5B-335D1806C06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310B34D-55BF-6404-0EE6-12A0B3197DD3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8BCC350-955B-B54B-5EA1-CC015CD70F1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77A9109-F18E-4DE2-9842-CDFBAA05CE6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3504282-60EE-BF1A-50EE-D68AFD56CC4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43855B5-FB8F-3BFD-4181-554570286516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5D1C308-CA24-6B96-7782-F733BB66DEC8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2ABAB1-C5B2-6C9F-2226-72D5C4E2C059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76480FD-87E2-B2FD-8C91-A5AD87986BD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B991190-09CC-A9E0-4DD4-66EC2FF236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0A25A3-D715-373A-3A50-A48CA46B8752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326B32-6A6F-0C5E-6973-76CF6BC9A29C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DB2FDF1-A4F6-7883-67FB-D0EFF9CFE524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4213B8D-DF92-4B99-EAC9-0DBE7F9E0B3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06CC20D-A5BA-2D8E-6163-3B3FF601F9A2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96B8052-31A5-C178-5112-2E87D13D6B85}"/>
              </a:ext>
            </a:extLst>
          </p:cNvPr>
          <p:cNvSpPr/>
          <p:nvPr/>
        </p:nvSpPr>
        <p:spPr>
          <a:xfrm>
            <a:off x="774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F085A29-1F1A-974E-FEC3-AD51D6B9B1A9}"/>
              </a:ext>
            </a:extLst>
          </p:cNvPr>
          <p:cNvSpPr/>
          <p:nvPr/>
        </p:nvSpPr>
        <p:spPr>
          <a:xfrm>
            <a:off x="540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CF085D9-2450-CD1E-157F-59F3738DD1D8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20FB785-613A-19D0-6286-D1CCDEA0A67F}"/>
              </a:ext>
            </a:extLst>
          </p:cNvPr>
          <p:cNvSpPr/>
          <p:nvPr/>
        </p:nvSpPr>
        <p:spPr>
          <a:xfrm>
            <a:off x="154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4B383BA-042E-23B4-35B1-6D2A22E1B7FF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BA5979B-9B2C-AD20-2567-D7EA8DD4508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9E5B52D-D8B5-4932-BD4E-7197D6793EA5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0503892-0693-E6A0-1706-79D2CEB92F8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2389DC7-4ABA-F449-FF5F-BA449F64AD0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DD4F8CF-8914-1EBB-E695-1D48B3A9DB1E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9C51FA3-E412-90C4-C817-C8498D4465BE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2D0B7F0-1CCF-54D1-5CF9-999E7B0442D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05A456F-6DCA-8E83-58EA-F1EDB9F4F9B4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D318585-3C72-601B-A5DC-BB3D8B4BB95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4500940-C09C-06B8-9C49-61E93126FB0E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218F267-B940-00C6-75AA-5CB3765DFF8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7D5CD45-1AE2-9858-A880-3708E7DD1521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85014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6C38-DC12-84CD-5294-877212CE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D84C5B4-75EF-674E-E25B-77FE31424211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74A0B1-A53A-D254-E24D-66D5CA48A1D0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72E6CA0-76DF-6028-AD2A-8E41D2DFE51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B093F98-DAF9-7F8C-7FFE-9212E55F716C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BE1BB6A-B3BD-A3B8-D6F8-D31EC0B73D8E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ABA9A10-8F00-5974-ADF7-2AF7C341AB1E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7709911-9E5A-C917-2CFE-FBA16A67183B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E3D8025-AEDC-8BFA-8A98-63C2EBDF8306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9A63609-4E07-F6BA-0FA6-3C4F46AD7A6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6D562C5-E1BD-7C43-0B1E-69438364DDA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EAAF04C-6D42-CF86-995E-2D58010ECDA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E0526AB-AED5-31FD-B51E-BC30889E7AB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1438EF0-24D6-01AD-6F66-75B56048575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9EFC1F2E-3048-A95C-AB89-CE314A48EA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9F6A41-858D-7BF7-8016-7386A054F51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49EBE7-7418-390D-10E9-68D3F2AA6B1E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D32F44F-15BC-5FAB-4870-FEB3F5D27DF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E823DE9-D518-0299-24E2-0BA29F8B99A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DC4CDEE-3777-8218-B1FC-355BC22816A6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D4EAB05-33DA-EE4D-A589-F4369BDA6B71}"/>
              </a:ext>
            </a:extLst>
          </p:cNvPr>
          <p:cNvSpPr/>
          <p:nvPr/>
        </p:nvSpPr>
        <p:spPr>
          <a:xfrm>
            <a:off x="91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59ECEEE-BDB3-974B-AFA6-06827C0C98C9}"/>
              </a:ext>
            </a:extLst>
          </p:cNvPr>
          <p:cNvSpPr/>
          <p:nvPr/>
        </p:nvSpPr>
        <p:spPr>
          <a:xfrm>
            <a:off x="612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C2F3DFD-CDBD-9339-DAFF-BA4DF470484C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D23819A-3EB7-EE12-73B0-1C18C5176726}"/>
              </a:ext>
            </a:extLst>
          </p:cNvPr>
          <p:cNvSpPr/>
          <p:nvPr/>
        </p:nvSpPr>
        <p:spPr>
          <a:xfrm>
            <a:off x="154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338F464-6210-B93A-893F-68D36E50CFD0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C0043D8-3950-59EE-BB85-E22C7476F40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51607E-D88C-6B1D-16B8-E490CB061C2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A6D3FC2-9439-F846-F4BB-ED125DBDBEF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140BD5E-82D8-ADDF-49FA-E2CF0374DE7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B66F5C1-D8C7-89E6-9893-FA121A8FBAE8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41EB7C3-02F0-FBE8-F3A8-B52AC5C4160F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596F6B4-60C0-6B3D-AC38-7C6ADBBBFEC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6E09471-C8C1-60E9-8135-0C8D5CED7248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EC2D8E4-8D6B-C050-1632-95F5C6BC0152}"/>
              </a:ext>
            </a:extLst>
          </p:cNvPr>
          <p:cNvSpPr/>
          <p:nvPr/>
        </p:nvSpPr>
        <p:spPr>
          <a:xfrm>
            <a:off x="8676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835BFF3-FC41-A1AB-735E-8E7AFFFB1948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F6956B7-35D9-8418-0D7F-3E18F386E70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D074EEB-3DEE-C5A1-8CBE-3AC406B6985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D21D20A-0AD2-5048-F5A6-71A1987F22BC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24842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F204-DDAB-6D47-55B8-7B77F388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63CA5AB-6C8D-1F03-C17A-003EC5B2DE75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3621F4-5E0F-24F7-242C-0822E1636087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87B5B06-06E6-A2E7-357D-231C9A45DB0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28F5728-B4B2-F558-7747-AF5E363CBCF0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3D850A6-E199-8608-AE4E-9A886112A2B2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C17C8B-39B9-3995-47F5-14D03195BDE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10B031F-6EAC-E9CC-443D-1246AD001A4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1C2213C-6E1B-6CCD-5232-BAF216C48B6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BD4D4B6-2653-3579-A8E3-721A6070521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3DBC42B-F73A-3D07-3C65-EF5B268C667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89983D4-4CBB-571E-8A9F-D1EE436BD19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C6D646D-6E3F-7481-F278-C96C65678C1D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575C670-A429-6682-0B50-7CC750FF6C7B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C5A6C0C-ACBE-5DF6-BD96-25FABA859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6EAFF71-0862-87DA-5A97-CE8D48364DD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D2C8DC-151E-8978-4225-E73D5B21CD9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9225033-BC65-3C2D-B69B-52B78926A40C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74C6D46-DFE6-DF75-AF66-09F172FB6EA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E2495D6-0690-1363-39BF-8ED9F0752EF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A73EC06-AA71-870E-BB5C-7C26F0D0D57F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188A706-D731-0559-B203-D91FEE0DDEF8}"/>
              </a:ext>
            </a:extLst>
          </p:cNvPr>
          <p:cNvSpPr/>
          <p:nvPr/>
        </p:nvSpPr>
        <p:spPr>
          <a:xfrm>
            <a:off x="684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3196AFE-4B71-98FE-5C7A-B8F41739F8AF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C06E182-E6D7-EF1D-93F1-59973B304492}"/>
              </a:ext>
            </a:extLst>
          </p:cNvPr>
          <p:cNvSpPr/>
          <p:nvPr/>
        </p:nvSpPr>
        <p:spPr>
          <a:xfrm>
            <a:off x="154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F05B33E-8C66-705C-867A-044D57A6C798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984B986-0E84-D0E1-0880-DF073BEB1DB8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8DA35EA-5F7F-0B89-8555-EDA66E7529F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F59B548-353D-7917-01CF-F1A271E70912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DB155BB-B557-7BF2-2289-04643038CB3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DA74B20-35F4-A3C7-8C28-3B74F7C9E43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75F83C3-B293-664F-F7DB-A80B4227DA00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83C2307-873B-5835-EA06-BDF9A079AEFB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02441A1-7103-02B3-128F-5A7FB51351AC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E456CFA-3E59-E2AF-8E49-38E1F3A396D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BAE2F6F-0180-27D7-FB25-548C0266F29B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7F24CCE-A107-A58C-AEFA-CE0B4B0C9AD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9C07282-0EE3-9DC6-FACD-1F92B833474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noFill/>
          <a:ln w="1270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F160A8E-3CA8-3BA0-273B-C21BBA896CA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5517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FF21-2962-DA61-897E-98AA0C7C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6B18787-E47C-FB32-6E93-3886973A244C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7DAFE23-AB4F-DB7F-023E-FBACB143BE3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AC45CC4-BF0C-4C50-C008-62D089911DA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4FDF6FE-48B6-EA8E-8589-52800F73054B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1076B58-D764-DFF4-DD05-28ACA4BE152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0B453B9-F6DB-67B3-09D5-FEE75505696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BECF5BA-5144-3332-5C09-FA188C29034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DC56988-F50A-832D-45DD-6D7D77D7630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A404D81-A00A-615C-F2BF-F251ACB541C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580EC1A-FA6F-373B-22F5-A70E2317FE0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6C56EAF-82F1-0EBA-8402-67D1DF79288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5004A0C-CE10-017E-72DB-A30FCDCBD8B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776B6D0-CB1E-7CCC-6FAC-3CC2DB581D52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98A595EC-4417-389C-24DF-EFB188101E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EFF350-5BCB-570D-5EE7-AC49808B0F3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8C8460-F450-1155-F757-DEE63DC2D5B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15A84C4-5896-56D6-D106-824F641CA10D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4F30817-EDDB-5360-6CF6-00F4ABFA3E05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CEF4AC9-9335-BFB0-9A42-534D449DE418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AC8A6D1-8329-4E68-3659-30A633921E0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679BD6B-E970-6AAE-0CA9-668CA5BB2EAF}"/>
              </a:ext>
            </a:extLst>
          </p:cNvPr>
          <p:cNvSpPr/>
          <p:nvPr/>
        </p:nvSpPr>
        <p:spPr>
          <a:xfrm>
            <a:off x="684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C57166D-FCBE-9C7C-ADCA-EB06279C9CCA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B2BAA5D-52E8-7B6A-05EF-53560233C1E9}"/>
              </a:ext>
            </a:extLst>
          </p:cNvPr>
          <p:cNvSpPr/>
          <p:nvPr/>
        </p:nvSpPr>
        <p:spPr>
          <a:xfrm>
            <a:off x="154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ADC82BA-1610-7147-2AB5-F68091120A70}"/>
              </a:ext>
            </a:extLst>
          </p:cNvPr>
          <p:cNvSpPr/>
          <p:nvPr/>
        </p:nvSpPr>
        <p:spPr>
          <a:xfrm>
            <a:off x="11536036" y="30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7C0E87D-7163-174E-2482-C7AC34C52DF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AE44E1A-A256-DB74-A583-F4EFC14F5FC2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B0B40-A573-AF1F-34E9-9898F9BCB84E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0295A8A-DC01-5919-60D1-D0183DDC85D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A67D1FC-77C0-7D50-E498-0D1C2069F1D8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3969344-0DDD-7B1A-6A4A-26FF17CFD951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38DE352-AD5B-D0CB-4F39-16EDDD11B24D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F29D59E-80E4-3B3C-B0BE-93A1CD918C0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D164263-A16A-FC07-1733-5DD890C940EB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0C9B1C5-BFDB-698A-73B6-5E0B470925E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FE948A2-998B-73FD-17AB-8901CAAB3CF5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888FAE6-D33F-D0C9-FE75-1D1221821CD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39111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A103-076B-CFAB-2E31-6C4EFAE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E5E7AF0-69EF-850A-3142-B413BC94AEB8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53F9294-B4F8-84AE-AE82-FD2E0908E24D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81372F1-8353-0969-78AA-D8E74899B0D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8B077FB-C5E4-A96A-015B-48EB6D80DE1B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EDD16E0-8BBD-436B-AC54-8BB226A9A16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1304A22-F2E7-CD7C-D3DB-2235106FDDE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E86F7A3-5214-1296-3081-007617DFA93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3D4DD50-ABAB-9099-8209-70610F948F7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F0DE270-B693-AA1B-F058-B96C3CF404A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6EF7780-AE7E-A39E-A36A-3F80F7E0976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9853948-BE72-5305-6B7F-E3E30307F3F2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2B01302-1C4B-2A5B-1556-F9AAE07FE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7EBA076-E5A2-E733-6B20-1D4075325E1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A154BFF-89C3-997D-356B-6CB56767D99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B13B971-975B-ACCC-1548-E6FD28C4369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4BFED3-6354-4AC8-902D-7CC80C894B0A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B465347-0272-5B74-C0D2-DCAFB75866AD}"/>
              </a:ext>
            </a:extLst>
          </p:cNvPr>
          <p:cNvSpPr/>
          <p:nvPr/>
        </p:nvSpPr>
        <p:spPr>
          <a:xfrm>
            <a:off x="684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8674246-A87F-4D28-1AD9-0534D8A55F22}"/>
              </a:ext>
            </a:extLst>
          </p:cNvPr>
          <p:cNvSpPr/>
          <p:nvPr/>
        </p:nvSpPr>
        <p:spPr>
          <a:xfrm>
            <a:off x="1116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FF8553A-7CCC-385D-45E6-A0D596F1D1C4}"/>
              </a:ext>
            </a:extLst>
          </p:cNvPr>
          <p:cNvSpPr/>
          <p:nvPr/>
        </p:nvSpPr>
        <p:spPr>
          <a:xfrm>
            <a:off x="15480000" y="48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454A92D-20FA-A196-17D2-FF14873AF0A1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18F0D3F-6A78-228B-B4E5-886892B79EB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0F3106B-7B17-7243-AFB0-0B760E4058E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E83DE4-CD80-C36A-4040-A7FA57C6AA3C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9AEBB4A-8AAB-D551-6FF9-D396583B5D51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9E8991C-5971-87EF-5CC7-C8506E4B80A3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90F1DC5-9FA4-A463-BB3B-DF474FAD32F4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21B7D58-B7C2-8DBE-81C0-123B114822E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45EE8CA-3F77-CF7A-C7F8-CC9B914AB6E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3F3020D-0B5A-96E8-E0FC-E92AE901FD43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115D626-BD30-6C04-9EE7-DA5126D2EF2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D72AC6B-9936-5927-03C8-8C5A1C216DB0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A190020-7162-08A2-229E-75D30014737B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E53CD49-6572-A07E-ABF6-8AE2616B332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DE295B1-BA65-15E3-CCB8-733B4B0E15D9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D3AB7014-F0A6-9A7A-309A-9FD24DC554B1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64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7ED0-17E5-A3DF-EAEF-A757116A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DE73B34-7159-328C-B5B7-ACD7768EF305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62564FB-1C56-0716-F07F-026D4EC8E378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AA153EB-53ED-AEE5-ED0D-CC2613E9DE7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69DC4D8-032B-6BFC-8142-FFD2E5C3F5A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CE27C64-CCA8-C0F2-6E3D-133B812FB29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A3F6889-6368-4A53-8C63-448C183D007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B7BE017-1BDF-D008-DE84-3711871479A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3D74769-8155-24D6-E9C1-A2CED820F37E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E5940A2-53C8-7C30-53BB-08E5F4E709AD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2D619DC-C2FE-5204-1A98-2177799B868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0A5E11B-C0FF-134C-8FEB-D51911D9DBB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555C53-232D-B2E4-9C4F-B2FAD50B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67BCADE-6773-ED34-DB1D-D899390871DF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3E57284-74C8-AF29-94C4-6511E7624750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9862B4B-BD6C-C1EF-AD26-B416263584E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BADA25-2A06-97F3-614D-2B2B80450FC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896F2A7-77DE-F9C7-6E60-D5AB770AB82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908765E-082B-4B09-7578-064A9B1D974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9B8A597-1036-99B1-4A55-F0CE154AEB6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C8D1574-D32F-4A8B-7ED5-29410D09FAD3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AFDDFA1-7135-956F-F45E-8A6DCD5187C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FBC02EA-8940-D330-9A4B-89C371F117AD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5444035-1D26-EE26-FD0B-E1D1058CE79D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B702DE1-330E-FF7B-D91D-203EB5DA9F3C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AFDC803-B73D-F478-0149-6CF6B6BAD581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13AC41-5C36-4A05-14D2-5BC073B8C43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2AFC899-5F84-83C1-2D22-676522FBBE62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63FB180-C198-5543-47E4-887209B53094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0E6E56E-19B1-37CC-961C-ECAE4ED32BAE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F33CCA8-CB8B-C66D-A000-E202B4E9303C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6E4829A-FCE7-4659-EE89-65C8018364B8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87318BD-4FD1-2C60-8FEC-C8757D050BB3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04C402E-75D2-D64C-E479-86F04315293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6613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3AED-D9DB-2692-5AC9-884D33AB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9A69DEA-DBE4-3DDD-52A9-3C6D80823CD4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3BC40D2-7704-7F51-0952-F1E9D956EB3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9243D8B-28C2-71C8-5D31-916B3D566F41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4DA5818-B1E2-7F99-1D9B-04B67C182A7F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54531D9-4B80-592A-070C-771CD7D2ADF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08BAFE6-CA21-D324-B79A-1D88FA0272E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5F5AD68-C2BC-FC76-613E-43123F12739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89C67E5-CC1A-5DB2-F80D-E6EE276F25D7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B381F60-E875-B37E-FC97-926727A53943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BDE74F5-BB7D-FD55-4614-1DAE4BC5140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EDD3F26-29B4-94C0-776F-7755BA8C384B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2044306B-A899-BC6F-9996-6625B9870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6EDBB6-964D-BE44-2A12-B994CC8E1034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24E1578-6766-3984-703D-5D74E938C79F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54E88C6-5BAB-45CC-EDAE-D142D8B1FE09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0428AE-EBA4-9F0C-3F06-5C7834882182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374EC42-2F74-6F04-90E8-A232A34E4A20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EEFD3F7-B208-D950-E2BA-5FA83F7B380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EF5A5F7-F5A7-218D-E42D-7F9331244B2E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EAA0000-7257-50A2-64C1-9B4B5ACA88E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FCA3F17-52D5-8E3C-5C1F-2BC3CF77E238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8518A35-B49B-C48B-3EA9-A7AC98494709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64EA063-8967-7631-E93C-74BC73CA6053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02873C5-279E-6B55-17E6-52358F90A27B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5CFBF84-05ED-B1AF-ED9B-DDA5CFFDD94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ACA1233-2B70-6494-6A0B-2E89CEA2F9D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92AE022-9EBD-CEF2-AD27-9DBA4853C7C3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3487536-809C-86F2-ACD7-69F7733BCA0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94C366C-D68B-78C2-33DD-490BAEA58402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0DC21BE-2D1E-8C28-4AC2-71172D865A0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1BC901B-C6CB-9483-1220-F048F0055A49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D1646D1-4D9D-FF9B-EA17-58BED04C202E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3CD3251-EA84-7F73-5A47-8727E25D50FA}"/>
              </a:ext>
            </a:extLst>
          </p:cNvPr>
          <p:cNvSpPr/>
          <p:nvPr/>
        </p:nvSpPr>
        <p:spPr>
          <a:xfrm>
            <a:off x="720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E213C2B-DF18-0D0C-9B69-CC034325F398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83E6DC7-070C-B4D4-99F5-1FDB344BDB01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10CC2A2-9F96-08CD-0AD6-159129E70435}"/>
              </a:ext>
            </a:extLst>
          </p:cNvPr>
          <p:cNvSpPr/>
          <p:nvPr/>
        </p:nvSpPr>
        <p:spPr>
          <a:xfrm>
            <a:off x="95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AFFCE06-2CA6-ADE7-1B5B-ABED84E4E117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F10181A-1171-2097-AB31-A292DF92DF78}"/>
              </a:ext>
            </a:extLst>
          </p:cNvPr>
          <p:cNvSpPr/>
          <p:nvPr/>
        </p:nvSpPr>
        <p:spPr>
          <a:xfrm>
            <a:off x="77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73B0B548-352B-D0C4-EE2E-DBB8821C44A4}"/>
              </a:ext>
            </a:extLst>
          </p:cNvPr>
          <p:cNvSpPr/>
          <p:nvPr/>
        </p:nvSpPr>
        <p:spPr>
          <a:xfrm>
            <a:off x="4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73965787-78BB-36E3-BDD7-B5AD38BC15B9}"/>
              </a:ext>
            </a:extLst>
          </p:cNvPr>
          <p:cNvSpPr/>
          <p:nvPr/>
        </p:nvSpPr>
        <p:spPr>
          <a:xfrm>
            <a:off x="396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0FBA99AD-8774-D59C-2EBC-DA40CEBE432D}"/>
              </a:ext>
            </a:extLst>
          </p:cNvPr>
          <p:cNvSpPr/>
          <p:nvPr/>
        </p:nvSpPr>
        <p:spPr>
          <a:xfrm>
            <a:off x="684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FB842CC2-4AA1-757A-DEF5-1DDED1FFFB7E}"/>
              </a:ext>
            </a:extLst>
          </p:cNvPr>
          <p:cNvSpPr/>
          <p:nvPr/>
        </p:nvSpPr>
        <p:spPr>
          <a:xfrm>
            <a:off x="972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74B4B3B-A19C-5024-31C2-535D2B4C3A0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0138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B9D3-C21E-87C4-E8C7-91DFEE1B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672724A-F30E-7220-F7BF-C3F2EC80B746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E43E506-4AFC-F05F-CC78-FC391C417C6A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A42BA33-E4E5-CCE0-9217-EE9E68D35D9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C991CB3-F59B-2BC8-8B10-66144D271999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B488318-C3E0-0C21-B5EE-F62F9D411BCE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74A13F7-E9CD-E18C-971A-19A0A59B30E5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C02B44E-D0AB-C54A-76F5-61FA207E884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C621CF8-EE21-B0DA-6C5C-C2BE491923D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2517F41-5574-4EBC-6987-9546A36B9D6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C64B0B3-6422-7DAF-0FB5-1B422976CFA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0ED8F92-DDF2-7D6F-A492-C48B524C9F4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F4F12E5-91C1-24D0-85C6-C477912A98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940720-D728-06DE-0196-D947E42F4752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CFF234-D729-7201-1BB7-305773300AA9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A007229-5689-062C-69CD-E8FDEA655A1F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EA9400E-6066-BECB-8967-B5D313CEF949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F20EB2C-9B9B-0863-B797-95F9C341C8A5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8FB4039-2BC4-9E1D-BDBB-9511E814D60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6691D1F-F475-5175-FE37-E8817DA198CC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11DB5F-2A79-6419-8AE0-27497B9A91E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3FC8D31-0FC2-60EF-1F21-88DE2D827FD9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BEF7CB3-1ADA-BB1D-D75C-5D263619E8D0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929FEDE-A374-DFFD-54A7-6175A1E3963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C173E4-674A-0EE7-D256-8D7385468E2D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4846065-434B-F895-D7CA-65C6AF0F9A15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110B54-B920-D1D2-3ED9-940310B5F9F7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45DF062-CEF1-B2FF-5DAF-C7E51EF9B428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035FC6E-C0FF-44DF-E790-A215782B21E6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600BCDD-2F4E-D118-E291-00F886B3927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C615F67-C0FB-56B4-A9C9-936C3F0C4110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CF20308-BF80-749F-C618-DDA000760574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0BB309D-8C3A-6D69-9301-2083B6FDCB40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FDDBF65-4D52-B636-29D3-14A7FC6A965B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28C6684-F9B6-9703-0A88-993282615AF5}"/>
              </a:ext>
            </a:extLst>
          </p:cNvPr>
          <p:cNvSpPr/>
          <p:nvPr/>
        </p:nvSpPr>
        <p:spPr>
          <a:xfrm>
            <a:off x="720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A53FE9F-B302-3BFA-74E3-71289167C9AE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E32057C-E9A4-8174-7BBE-B16CF18F8786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3FCCFC5-3941-D6EF-FCB8-E6E60F37C682}"/>
              </a:ext>
            </a:extLst>
          </p:cNvPr>
          <p:cNvSpPr/>
          <p:nvPr/>
        </p:nvSpPr>
        <p:spPr>
          <a:xfrm>
            <a:off x="95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CC036A-6786-B636-6D3D-8F52D3D22E48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9FB0CDA-5C48-CEEA-4E87-21CD12BBCA50}"/>
              </a:ext>
            </a:extLst>
          </p:cNvPr>
          <p:cNvSpPr/>
          <p:nvPr/>
        </p:nvSpPr>
        <p:spPr>
          <a:xfrm>
            <a:off x="77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5739F89-9DBC-AA6B-5186-9B97A2FA4C83}"/>
              </a:ext>
            </a:extLst>
          </p:cNvPr>
          <p:cNvSpPr/>
          <p:nvPr/>
        </p:nvSpPr>
        <p:spPr>
          <a:xfrm>
            <a:off x="4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ED81EAD-8FBE-F096-10B6-88B1708C3743}"/>
              </a:ext>
            </a:extLst>
          </p:cNvPr>
          <p:cNvSpPr/>
          <p:nvPr/>
        </p:nvSpPr>
        <p:spPr>
          <a:xfrm>
            <a:off x="396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7F91121-8946-3DD0-4D90-BD346499A640}"/>
              </a:ext>
            </a:extLst>
          </p:cNvPr>
          <p:cNvSpPr/>
          <p:nvPr/>
        </p:nvSpPr>
        <p:spPr>
          <a:xfrm>
            <a:off x="684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92EC38AD-95A1-14AC-D59E-F77B0144F5A2}"/>
              </a:ext>
            </a:extLst>
          </p:cNvPr>
          <p:cNvSpPr/>
          <p:nvPr/>
        </p:nvSpPr>
        <p:spPr>
          <a:xfrm>
            <a:off x="972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1058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78A-61FF-DB3B-2952-8C01EA2D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B22D8BE-DBBC-B29A-6F76-574DC35EAEFE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FEE414-B865-049D-36DD-0A8BE1BCC5D1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335DA6C-16CB-C88B-C51E-E677FF4C144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73539A5-A304-EA43-D5F3-B02500C7181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0A3A79B-ECD8-4D36-0F01-A2E7625AC09E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E7BE4D1-4C03-5D69-09E8-1C051FFF763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293DE64-3C93-FFD8-272C-2DEA1291D85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7EB3183-17AA-B47A-A4EF-E6671EB22F1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8E747A4-04C4-A4E7-3776-AE397FFEB423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2CCD77-692E-BC96-3FEC-2F749946533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9F23258-EF39-54B5-57BE-D942842CA40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B96B726-D318-FDDF-28C6-094621FE9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FA2646A-60AB-42AA-4AFC-78C201334F25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DA68AE-C6B7-B2DC-56ED-0D3716AC977C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1658924-180C-508D-137B-D09109DCFA1B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C1441D-39E9-DF89-857E-CBCD01B2011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E6D116C-161D-1DA1-FB17-F6C4998E858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695504F-4FAD-C06D-1761-A0E3C3625835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6F59DE1-9822-BC94-B1BC-287362F6F23A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5B3031E-9643-AD9C-8D64-BABFDB1A576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B72FE1B-F6F4-9439-05D1-D39BE8BDEF4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2489305-B755-4248-A158-8250F75F9E1E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8046663-D1A2-DBD0-91FB-0452C3EBD3B6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FA2D65D-11F6-4B67-2022-35627189B726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30B10D8-3410-8767-9ACC-E8498DFCF30F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3FDA6F7-302D-F7C9-8299-48C9EE28589C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25591C4-CFC4-4691-311C-8AD2C7ABE6E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D08BFC1-5854-0D81-AC92-7C8162B4A9E8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11F94BF-0B5A-4327-082B-CB9E2AFD1728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7EC57A8-B648-1328-E732-D0DA1A1A7966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42A4C12E-74CC-3E59-3F3D-2C17C551C0E2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29517B5-ABA4-CD4E-8A2E-57DA4DF39993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A238185-2635-47E2-E69C-0CE08C00B99C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E38479D-8500-052B-BE46-7DFCE481DC3A}"/>
              </a:ext>
            </a:extLst>
          </p:cNvPr>
          <p:cNvSpPr/>
          <p:nvPr/>
        </p:nvSpPr>
        <p:spPr>
          <a:xfrm>
            <a:off x="720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7E6AD11-7D48-A6BB-96E5-29732C6300B8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22506DF-7A95-9056-E5DA-D928421DABCA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112C3A3-51C3-14F6-5999-22B5068D15A9}"/>
              </a:ext>
            </a:extLst>
          </p:cNvPr>
          <p:cNvSpPr/>
          <p:nvPr/>
        </p:nvSpPr>
        <p:spPr>
          <a:xfrm>
            <a:off x="81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2A65EE07-6ACF-6E79-7C59-3E7EDC900A04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2A01DFC-2505-DFA6-04E3-822A5988662E}"/>
              </a:ext>
            </a:extLst>
          </p:cNvPr>
          <p:cNvSpPr/>
          <p:nvPr/>
        </p:nvSpPr>
        <p:spPr>
          <a:xfrm>
            <a:off x="77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A1CB058-5B80-20CC-D1EB-3166BE925E49}"/>
              </a:ext>
            </a:extLst>
          </p:cNvPr>
          <p:cNvSpPr/>
          <p:nvPr/>
        </p:nvSpPr>
        <p:spPr>
          <a:xfrm>
            <a:off x="4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54A2F5F-35EE-1128-21E7-F450F1954916}"/>
              </a:ext>
            </a:extLst>
          </p:cNvPr>
          <p:cNvSpPr/>
          <p:nvPr/>
        </p:nvSpPr>
        <p:spPr>
          <a:xfrm>
            <a:off x="396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036D39F-BCE0-05B6-D433-5FFE2F6BD264}"/>
              </a:ext>
            </a:extLst>
          </p:cNvPr>
          <p:cNvSpPr/>
          <p:nvPr/>
        </p:nvSpPr>
        <p:spPr>
          <a:xfrm>
            <a:off x="684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1340A54B-DE1C-99FD-3E86-ECEA65E11DEF}"/>
              </a:ext>
            </a:extLst>
          </p:cNvPr>
          <p:cNvSpPr/>
          <p:nvPr/>
        </p:nvSpPr>
        <p:spPr>
          <a:xfrm>
            <a:off x="900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5452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7836-7DA6-CEB5-69C5-74059617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6B2DB3ED-8D01-A8D1-32FA-DD2BD57BF71E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360F7EA-8B98-6757-A9BA-34A63850D595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433DE6E-246C-832B-1025-5AA5534A2AA4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2EA0C14-EA8E-8796-F5F2-B9CDA221D11F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7819BD7-DC2B-B31A-A97F-CA759690857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EDCED61-3236-A8FD-C18C-EA7CBF866746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ABBCF51-241E-50CF-867D-C6488227B237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1DCE7FD-9EAC-EEDF-15BA-CE5356BFB554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33BC703-5E43-B7E2-3A19-6AD9D7C05725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E74D6D-0CBB-8F29-47A7-047FDCEC217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E911D9-B0DD-557F-A1AD-C2B5F13F35B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23ECCA3-B2C4-BB68-33A8-E61A6F159C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40BC304-C13A-C81A-E26A-D45F097EE9B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FC6E2F-6EAF-A39A-5CC2-527E14E541FB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79DF95-CCC4-A6F5-1EB8-7AECF35C0044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D1163D-CA14-04FE-D65C-EC22CE0A1260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9602571-DC53-D469-234D-85BF9545C77E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F93CCCF-A59B-AB61-B54B-85757B55367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CE53909-0FD5-C02E-CE4E-9F439CEAA81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3452DFF-8A46-D8BD-475B-A85CEBA9AD4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E767E3C-3866-21A1-8DD0-24FDC1358B0B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3E0A634-0803-E617-FF91-C935566E0A3C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42A3D64-2542-6601-7FAA-F6E13A452C6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15DC5FC-1DC7-0EDA-D1CE-4475DFD5E981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161E9C7-E896-E949-8774-E21E5FC87FB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7000E17-C4E7-C001-39A5-BD08E04C8FD1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7EA64E-296C-BAA3-F698-760C9D449FA7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C9786A2-F155-F29F-F0B1-8D150E7DA888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FBF0535-8031-A977-3C5B-2784A34D9B4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E072601-3845-FC18-1B91-C34057204EC6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BF6144C-94EB-EDAA-BC2C-97B8D6A47D4F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F1D9F87-86A6-9625-1426-BAB7DECDDB13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D7E4695A-6CF6-7404-147F-F912870B3796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505048B-DD8D-1438-F77E-A6F76571F93A}"/>
              </a:ext>
            </a:extLst>
          </p:cNvPr>
          <p:cNvSpPr/>
          <p:nvPr/>
        </p:nvSpPr>
        <p:spPr>
          <a:xfrm>
            <a:off x="720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E184845-37DC-7B39-56B7-AC2E4A99B0E8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FDA83B2-D90D-3B13-4676-C9E531BFD08A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436189B-CB8D-5483-79DA-8486E5DFD08B}"/>
              </a:ext>
            </a:extLst>
          </p:cNvPr>
          <p:cNvSpPr/>
          <p:nvPr/>
        </p:nvSpPr>
        <p:spPr>
          <a:xfrm>
            <a:off x="81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00DF5E3-B268-BE61-4696-2A8459FAE8B6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23A8FCF6-E018-B38E-8EF7-3806BE9AA10F}"/>
              </a:ext>
            </a:extLst>
          </p:cNvPr>
          <p:cNvSpPr/>
          <p:nvPr/>
        </p:nvSpPr>
        <p:spPr>
          <a:xfrm>
            <a:off x="77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77DBB04-DCEE-C1FA-B0B2-2182622A9852}"/>
              </a:ext>
            </a:extLst>
          </p:cNvPr>
          <p:cNvSpPr/>
          <p:nvPr/>
        </p:nvSpPr>
        <p:spPr>
          <a:xfrm>
            <a:off x="4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482644BE-5EEC-5F80-778F-EA786E39000E}"/>
              </a:ext>
            </a:extLst>
          </p:cNvPr>
          <p:cNvSpPr/>
          <p:nvPr/>
        </p:nvSpPr>
        <p:spPr>
          <a:xfrm>
            <a:off x="396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BE0ABA4-B29B-BE8D-EACC-0247729B09FA}"/>
              </a:ext>
            </a:extLst>
          </p:cNvPr>
          <p:cNvSpPr/>
          <p:nvPr/>
        </p:nvSpPr>
        <p:spPr>
          <a:xfrm>
            <a:off x="684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ADC89F3-AE0D-6694-A4EC-E842096B6F3C}"/>
              </a:ext>
            </a:extLst>
          </p:cNvPr>
          <p:cNvSpPr/>
          <p:nvPr/>
        </p:nvSpPr>
        <p:spPr>
          <a:xfrm>
            <a:off x="900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382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15A7-982A-0F81-E81A-EEFE41F4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1344BAE-C7DD-4A29-3A84-4550B098EEEC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420D1B4-7B43-7C61-F23E-388798E498E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DCB43D-BB75-8529-51CE-941CC337B6EB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7832C59-5A59-436B-81ED-308DC125E86F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C8E9A25-E5F5-B6AF-7EF1-2BE4012550B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F69FC6E-A4B6-AAA1-D7AA-76D1C0541E5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7C7CD95-5CC9-6A00-C0DD-E489769D5BF0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542D589-4502-51CE-766D-66F5DDFEA36D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6034048-BEE8-DB89-A17B-83E4B7F4E6AD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B254D94-90B0-A67D-8DAF-9516B687844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1797909-3131-475D-4830-2CEEBDAA6AF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C3009AE-ADC0-7B84-1D11-FBC9AEF41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348B76B-084F-F792-D1E1-A430C69BD77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400EB9B-A5E6-A604-2AE2-38CC8EC028D4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78F6C9-677B-A231-460C-C551AFDFF24D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8C4014D-B13F-0014-B780-F880D59451D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106A357-56EF-FD2F-5A75-CA47D6FBDDB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B4292DC-9A9A-7B17-EC9E-378824E7AAA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A7CEC5F-2C2A-3EA9-8162-DF87D834029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1421DD5-4A1E-C3D1-8FE0-42ED64640FC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D73A81F-8E12-B841-FE5D-5573BBE7EE24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583200E-D4E4-BB7A-8A09-113D56483EA0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D28E1BC-65BC-7BB1-F175-EF785B4BCDE3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8874174-895D-B3C4-78EA-2C8BEEB5646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F98BC79-0C16-E3FC-5D06-60E8CDFA89C3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FD73156-95EA-221B-9576-4D9CE082AAE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39C546B-9D5E-F46B-293F-ABD612A5D96B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E36F7CB-2EDB-5B5E-F6A3-077C14324F4B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B3D7799-8200-2DE4-5D29-1DF68815816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D2A7E42-5308-5F2E-9BDA-5039139727F9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2C289D3-A171-D011-BA35-8F8C0CBD6331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91982AD-DAED-91D1-4609-D77E435FFB40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33B5664-979A-EBF4-84CA-9482DA51B242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381506D-7B3D-CE74-B52C-8DF7E6F76B56}"/>
              </a:ext>
            </a:extLst>
          </p:cNvPr>
          <p:cNvSpPr/>
          <p:nvPr/>
        </p:nvSpPr>
        <p:spPr>
          <a:xfrm>
            <a:off x="576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225A8F7-87C9-AC8B-CB19-5DAB396BD1BA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0A8FD37-C8C4-2F0B-0BC7-290A937BB335}"/>
              </a:ext>
            </a:extLst>
          </p:cNvPr>
          <p:cNvSpPr/>
          <p:nvPr/>
        </p:nvSpPr>
        <p:spPr>
          <a:xfrm>
            <a:off x="52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CF10BD04-AA6B-8153-4C3E-A5AC9E1D4D13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A5547F3-F334-073E-8CB6-71EB72257ACF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25FD33F-A9E8-2F25-469E-4CEA91300E3F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5F56BA9-069A-B63C-770C-E43D1FC22F0D}"/>
              </a:ext>
            </a:extLst>
          </p:cNvPr>
          <p:cNvSpPr/>
          <p:nvPr/>
        </p:nvSpPr>
        <p:spPr>
          <a:xfrm>
            <a:off x="4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0624B73A-01BE-2503-4D9E-A5771BE8F1FF}"/>
              </a:ext>
            </a:extLst>
          </p:cNvPr>
          <p:cNvSpPr/>
          <p:nvPr/>
        </p:nvSpPr>
        <p:spPr>
          <a:xfrm>
            <a:off x="396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73D9AD56-66B1-5A80-D2C4-2A5606B22830}"/>
              </a:ext>
            </a:extLst>
          </p:cNvPr>
          <p:cNvSpPr/>
          <p:nvPr/>
        </p:nvSpPr>
        <p:spPr>
          <a:xfrm>
            <a:off x="540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E24F9CA2-2248-3D42-ECD5-5D4FFEC23197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09185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BC17-30F7-274B-BE7E-4BD4D781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61464A4-251D-82EF-2D3F-3057AB01E4A6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B8927EC-CDEB-FB21-682F-E33F88A58FC6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892ACE3-9BDB-465D-B41B-61FAC87337CA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B501553-C836-4160-C661-F1BD6585CA5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D86147A-CD9A-0EA9-8D7F-8F2659C07E9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87CF049-116A-3250-0824-CF7C06AE68E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9618AF0-9B75-1B4B-AACB-4682F6AF657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F8D5478-823C-87CF-F5F8-D1B61E14301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0D482EC-1C1D-1669-8903-7B8A4BF72169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439242B-F746-8F1F-FBDB-5567A1C21D5B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DC3BE5-A359-27DD-BB35-44BA4E546AA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88BC44A-629D-C050-68EF-A7B64AD4A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E48E0A3-E71E-53DE-2ED5-1C349E1C61F7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EEB52E-8967-D2F2-7915-4D6BEC71995F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A1FB309-5FBE-6A79-DEBB-BA9314433DF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742412C-8C74-4F5A-6CAA-5A5DAC85AA1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BCF9D24-01CE-E815-B5A4-4310A60DA9E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1CCE0E-6F06-1B2B-4914-CC6C0D1ACD4F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AD2BF7F-929D-1052-28A3-C87BC024039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1293A5E-F309-26F3-914C-363E983D9375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9C3C246-FC5A-82FB-3EE8-D263A00053E7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1420557-FB94-BE38-9BA2-1050A29020C7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963E8AF-D1E0-0088-15F4-779488175687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65EBC22-552A-B6B0-A419-65227B0671A7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AB9848E-97A0-E38A-2B52-F334EE870F9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4896712-43EE-0FD2-4974-E0859B3BA9A5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F803085-5C2B-570E-D115-E6EF5F7C1365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81D10E0-25A2-9129-84EE-0381438476E8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6D8C2C-1EB8-8079-8702-1E37D53BF69D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F2E457A-4E86-13E4-EF57-5D99531CBBB0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5954E18-82B5-4F41-597F-3AA9F9293E98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02A68A6B-92CE-129E-DDDF-D17AD05F0E5B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 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FBB1624-CBF5-0346-AD1D-32A885F0706A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C4B4BE1-14B4-5DC9-39AA-717C96504047}"/>
              </a:ext>
            </a:extLst>
          </p:cNvPr>
          <p:cNvSpPr/>
          <p:nvPr/>
        </p:nvSpPr>
        <p:spPr>
          <a:xfrm>
            <a:off x="5040000" y="4878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55503836-ED12-E8E3-62FF-A24DCE3493DE}"/>
              </a:ext>
            </a:extLst>
          </p:cNvPr>
          <p:cNvSpPr/>
          <p:nvPr/>
        </p:nvSpPr>
        <p:spPr>
          <a:xfrm>
            <a:off x="23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45C00C6-284C-6214-6E70-EF1311559FCB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A8F26F4C-5A5B-CBCE-8E2F-04AC263A60A6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2229075E-2C74-D827-A2BB-D5ED553CAFA9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838F491-75CC-301B-1A0D-9037F1DAFC22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CD0336D3-9A24-3AFB-9920-4C4E045A3734}"/>
              </a:ext>
            </a:extLst>
          </p:cNvPr>
          <p:cNvSpPr/>
          <p:nvPr/>
        </p:nvSpPr>
        <p:spPr>
          <a:xfrm>
            <a:off x="3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3E1580DD-EC99-B05C-74DD-E4A156068B96}"/>
              </a:ext>
            </a:extLst>
          </p:cNvPr>
          <p:cNvSpPr/>
          <p:nvPr/>
        </p:nvSpPr>
        <p:spPr>
          <a:xfrm>
            <a:off x="252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DF8F7AE-D9C1-9CA2-07AD-1F4B24205ADF}"/>
              </a:ext>
            </a:extLst>
          </p:cNvPr>
          <p:cNvSpPr/>
          <p:nvPr/>
        </p:nvSpPr>
        <p:spPr>
          <a:xfrm>
            <a:off x="46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02C2CBE3-5712-C97A-EB84-C42447E785F7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67683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922B-5BDC-E183-F044-921EC5B4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56881BE-935B-F38E-C202-05D20A5D601B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8CAA2C-5E38-A40C-A4A6-55728DED535C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F3BFEF6-B675-0CC7-F920-A7101036DCA7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0641FBE-2243-802B-68A7-B15C63B1E74F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E6D5615-B0CC-C0FF-12E0-335D809F85F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4166FFD-8B59-585D-7A5C-1DF1B299998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D3163BA-97EC-4506-998C-7C1F62104590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C02F844-C156-4D27-810A-D8211785A5DD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BC11140-B257-FDCF-5C1B-A9560B14330B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582896D-D0BD-6FBD-1800-62DDC049951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F3F1EF-DFA8-09B2-1370-188DD23A262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3BBF25C-4DA0-384F-60C0-C39414384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E94790D-242B-A212-10B3-2C7F824E32C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D52A00A-878F-F753-69FB-BEFE9F9411EE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86F384-2BB4-DDD5-F7AC-0EF5611DF52D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1C097C-3FF2-2A8E-128C-194DA818C562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B54B3CA-9065-6757-0E68-82C1DC9FFF33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1CC8DE5-56D6-AA68-4613-E83E699710A2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3C066FC-DCC3-B4D0-4B77-FC3CA6348E04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82BFAF6-2C55-C65A-90F2-14D015366A3D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6C34B24-87D2-43D9-2E6E-AEDDE21D6A6C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89D12F8-54DB-EA94-7DC5-A7030CD5796D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C5698F7-8B87-03D6-FD50-B1AB06C7A08F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B1F5C46-7834-1536-057F-BDDDFE7A2BB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BC54B60-58CD-828C-2FBB-EC78945F496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8FB4426-A1FE-318C-1307-4C9EA079EC4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2738D0A-1953-0F68-4937-E30890D811EB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C829BB3-953D-FEF0-3C95-F6141FC6CDAC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3984E5A-29F8-CC83-B7EF-ABE460EC35E5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3C4D2A44-C1B7-9206-7F4E-A8E5C7AF05F9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9D2757B4-52D6-A0E5-ED51-82FF5F8A9ABA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BCDFD35-86AA-37A1-A697-12471D7CB90B}"/>
              </a:ext>
            </a:extLst>
          </p:cNvPr>
          <p:cNvSpPr/>
          <p:nvPr/>
        </p:nvSpPr>
        <p:spPr>
          <a:xfrm>
            <a:off x="23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7287252-5692-A697-DE88-A5EC1D456582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954457DC-41B5-AAD9-F5F1-FBFF6A19CF58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7FE2F1F-2854-03A9-E460-9FE44307C4E6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DFF4C1B-781E-17D9-99AF-0B087EB4B989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98C1FD6F-CFB5-A4C8-40B6-DBC954954826}"/>
              </a:ext>
            </a:extLst>
          </p:cNvPr>
          <p:cNvSpPr/>
          <p:nvPr/>
        </p:nvSpPr>
        <p:spPr>
          <a:xfrm>
            <a:off x="3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C1259C45-7650-2F2C-9048-626F30F2B1DB}"/>
              </a:ext>
            </a:extLst>
          </p:cNvPr>
          <p:cNvSpPr/>
          <p:nvPr/>
        </p:nvSpPr>
        <p:spPr>
          <a:xfrm>
            <a:off x="252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left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1FD3FCEB-D4DF-FB7C-BA07-212E35936E41}"/>
              </a:ext>
            </a:extLst>
          </p:cNvPr>
          <p:cNvSpPr/>
          <p:nvPr/>
        </p:nvSpPr>
        <p:spPr>
          <a:xfrm>
            <a:off x="46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9EACCCF7-1C50-99C8-8F0C-B98FB416A82D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60DDD85-E0A7-038E-318B-75100EDC3344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2358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ECF5-A421-796E-D806-B40F0A10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E3D60CB-6E2F-1AED-0E42-636863CD4FBE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147943A-7657-9D3B-87F4-083E9CB3545D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2987043-8369-D248-1AF9-11BE5E59267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62CE567-3F8D-C324-48BA-CF2D7F3FF9C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906DAB8-F7C5-F0B0-4E67-81F61B06EDA3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6AD85FB-7C2D-4629-1518-2EF82DD388B9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985B6C2-49D7-44F5-4615-242801199D9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12894AC-C339-612B-601F-17B1552D579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C9351E9-BFA4-12C0-C4B3-11ED5766FC96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A519E9-11D1-4503-37A8-D2D96884B2B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B94C3B-F183-2BF8-05D0-D1EA0D754E78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70525A2-E32F-C515-94B9-6A734F560D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B736657-FE28-6BB6-50A5-1BCAA1CF871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8868F1-93BF-0742-725C-C14F20064738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6FA3A9-8847-C700-F6EF-EF5E86C3F53B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5DD040-1E93-2B9C-C126-88BFFFE827DF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6ED4926-44A8-1F3A-E458-B1C933F237E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AD29204-498F-1A74-600A-9F1ACE7E6F0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BC3A835-97B9-6AA5-A1BB-2BAECEFEB074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17ADA6A-EC12-0C8D-B6E6-0101B80611B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7DBECFB-97DD-C4F0-0483-C6F304C29AEE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5B66C68-677A-738D-9F28-2D72E7CE36C3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0B21E1C-B818-C29E-1C1B-BC5481161031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3C1F212-1D07-CD80-F783-1CBE02DF9C4C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C54C61A-5AB3-498C-DED6-7D1C3BB3F78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AC8E19D-E3F3-D6AF-270E-5B530B6EF36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C48F897-9CF7-FF20-A788-546BEC810C47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B9E7982-6E1A-0EC7-A6D1-4AE26C795197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621D0B6-E5CA-06ED-B7B7-57B5A5670A77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5B11E7B-7DD0-CF15-5A15-94A9EA1455F9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254CB94-4ACC-7D05-0220-B94CA8A903C7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273A67B-184A-5D32-E2FE-BCA34B9B294D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043C8B43-4D72-1704-E171-614088164C4F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76875EE-4DB4-5838-146B-91D1D56668B9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78870710-21F7-5DD5-6687-94FBF790E653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C3CD47C7-12F6-7C15-1CB2-5D3E69C940F6}"/>
              </a:ext>
            </a:extLst>
          </p:cNvPr>
          <p:cNvSpPr/>
          <p:nvPr/>
        </p:nvSpPr>
        <p:spPr>
          <a:xfrm>
            <a:off x="46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520DF5A1-C1FD-BBEC-A61B-901262679537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60956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F7B9-ADF3-C262-97D5-88D1ED01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9C104DC-7A36-B043-07BD-328ABD128916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02FB660-689E-4AB0-5B05-4561AB8993BA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1005CFF-FF60-C6BC-9A69-981C6A994A62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8E2808D-ED31-558A-62B4-EA3D0B2F8DB1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937D3D2-E435-2320-8A4C-AA59C8E6A9F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8A822BA-C860-51AB-C653-120DC67F9715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3D5A0AC-6ED1-6B59-4710-85007E527CF1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EAC4585-9CED-E28A-4773-249A003211DD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4116290-D061-F04E-DA15-3457F7660F8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4F9310B-ADEC-E2F0-2CD2-DE402BF88D1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30E818A-9985-6348-9674-BB7B6F6B51F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30FD873-0363-CD65-8CE8-87B6902CF2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C86161-3DFB-D165-3528-1A96229341C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CEFECC-DF56-2311-5757-4034967E9BC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4C7084-87A4-FB7E-E64B-AB7A70BD56A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D039ED8-F141-3A6B-7DB8-6AC553F80A14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52525AE-DC09-196A-0356-0A9509A8C41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200376B-F142-7C27-CA3F-86771865015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C258DC7-8E95-E53C-1F4B-294490BB67C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71BF837-9530-C314-0F46-7A067096FFC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0B09C29-D277-5678-3EBF-6C6BC728B0AF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E45BE0E-D13C-6D48-51B4-AFB7646814FB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4D9D575-85CC-4089-F984-2D1C3151BF9F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AF529F3-AB50-856F-DEA8-22202B49F54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BF56880-B200-270A-A446-3155A001334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3C801140-0DD9-515C-5205-E1681572B653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F7DE56E-B350-9A01-1C00-F927F873BE82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0762CD4-4009-2CE5-633F-0D787C131959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FE2A886-BFB6-D1F4-AB6C-4A283E5FF53B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0AF926E-62EB-007B-7B54-707E5BDA9498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8AA5D9D-B2E7-D4F7-6DB5-5C248B99D630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4A21C93-8DD4-9B6A-B626-D6DF385082E3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573C283-8373-B757-9D11-D453AD7CDF35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3FBB8C9-2970-89A0-B518-4F7DCBA3CBA0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FC2BDFF-4223-E1A3-8543-0A98647ECD03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68054E9-5AAB-0E11-5591-9A99923E8D75}"/>
              </a:ext>
            </a:extLst>
          </p:cNvPr>
          <p:cNvSpPr/>
          <p:nvPr/>
        </p:nvSpPr>
        <p:spPr>
          <a:xfrm>
            <a:off x="46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7D1646A-9C3B-A213-2CE8-7ABAE08D1119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36898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DEC7-FD40-4669-1BFC-ACD4399D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47E8A57-0143-A353-3056-251BB3E3ED69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351F6AA-9B2A-699C-AD59-99D114F2106D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9F92895-262F-B535-3070-0691E9BE4C8A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F0662C7-A45A-C156-A72B-C4F317D9122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FADF047-C544-E39A-37AF-BB72BA046D6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9402549-7C8D-D793-BB35-E8A732D5116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1C9CBE2-6EDD-8876-9239-553A20D481F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97EEEA1-6CFE-5575-6D05-C83E1EFC439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B344614-4E9B-AC01-D0A4-4DB62FEBC0A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749E37A-62D0-0541-63D1-058BDD0B154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B3607DE-B7FE-1131-1400-B990A1412BB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862D7E1-7332-B741-5F1F-0421D73F8F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43E62C9-7D98-C08F-D597-7346E13673A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ACD37E3-B35C-EFEA-A727-0F089F867BD6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F30DB71-3190-159F-780F-800E17761BCC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DDD53DC-ED32-15AE-C668-BCFF2C4B8710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9AED217-798B-ABE3-FEC2-27B7DA4C052D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67D59FF-FEA2-6538-794A-02C54C2CC9C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F47814C-449C-C191-E9E4-076856DBDAF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D5CB6B2-48CD-F93F-D2D1-353EC1F72A3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E484B62-72C4-58D8-122B-EB5BCFA3E5D7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265FBCA-6AE8-D3A7-E3B2-0E846209CE0A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5BC6203-4EDE-657A-DC97-32FE523569DD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BABDDCF-F199-7E81-1835-9E41EC61B19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B3E9013-7366-D84C-376B-AB39902C744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9A8F2C9-D906-D3D6-E209-A3F4EA85B24D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5A3BE61-CEA0-4A80-DD45-D747B87A4DF4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6B44123-E42C-33B0-2E59-32CE85368C4F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0349D77-CEBE-0888-1340-66B7700AD0F1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B01CC771-ECF3-9234-B2B1-1FACFB292F2F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D9E571E-C8A5-24F0-B5A0-DC29AF75701B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F894768-8355-8DA1-33FA-41945FA8F42F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DD3C61D-ED2F-61E0-C671-033ED1825E67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1A59D80-4AFB-05CE-05D4-111CEE84711C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8314386-2F62-0E10-42DD-99DE1899D452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3BDC16F-5B1C-FF8C-6AD1-E99775634874}"/>
              </a:ext>
            </a:extLst>
          </p:cNvPr>
          <p:cNvSpPr/>
          <p:nvPr/>
        </p:nvSpPr>
        <p:spPr>
          <a:xfrm>
            <a:off x="46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middle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3619542-1974-4350-8902-550D5608D46C}"/>
              </a:ext>
            </a:extLst>
          </p:cNvPr>
          <p:cNvSpPr/>
          <p:nvPr/>
        </p:nvSpPr>
        <p:spPr>
          <a:xfrm>
            <a:off x="8280000" y="6660000"/>
            <a:ext cx="144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right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01966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40933-29EA-9C71-2146-9C0A9525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05F6988-0C2A-A773-D29E-53DA86904309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65C1A28-6C07-B46F-B31D-B735BE61B8F9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A0B8C3F-779E-B7D4-1371-19C0F9A1FBF4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D11A61-AA52-C556-CAAD-930EC9691F2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F613743-87C8-AFAF-C662-F933E5CCF6C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A507101-373B-034F-F564-254C95E03A9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ACFC174-36E0-5FAC-ACDC-707D23EDB97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0DF146D-8B23-0F33-AD18-3A54997382E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C4540C3-D0A1-760F-C689-7CF2823EB60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661F45-DFB0-ED1C-53FD-7E85C4B5F5E3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527450D-A686-FCBC-3E4F-F59778793A7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566C01D-2ECB-8767-098A-8A6AD67602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AAFFA1-E4CB-76AC-00D7-04177BD4D506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4CF19FF-FE22-2B4A-DB55-CA4ACBD560D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C4453AF-1D48-1E33-4A2B-13620E8D9911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973C547-4420-F65A-B18D-46D947FCCDA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5FD88D2-C74C-241D-88FB-AB7B95031C48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514470E-B016-03BB-39DC-22161623878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AC2ADD5-0320-ED39-B557-7AA9E16F170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F602CD2-B941-D453-8427-90202ABE8CC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95A5A13-942A-B860-6FE6-A0AA27CC35A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DD1795B-68AB-16D5-B96F-1C2245812C51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B3EE374-5F65-73AD-66A8-5BB78FF794A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86F8FD3-DBBC-9D57-13FD-E96090BA173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E34022C-E14C-112A-5B8D-92EF6068D7C0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09397317-8280-B113-3027-322DB068FCF8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75A3586-E2BF-ECDE-D760-846BCF6AC3E3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65D7FAC-7CE4-F442-8F0F-13C12B2C6076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64CB122-1636-9BE5-3688-E5D827F57636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C794FB7-926F-3969-0999-B49E004F9F32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6744E2B-CA47-366A-18C1-542A38452B36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5112918-E61B-02E2-8F2D-81093BED40A1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9596877D-68D6-DE6B-179C-6D8F7FE88634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173EADC-BEF4-1956-3DA5-257CF75C38C9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43CC233-8535-ED65-B41D-9D8B9D0B221E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79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DF11-34F8-7109-2B4C-345C1FDE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472C9CD-8855-FE00-0289-B897E875F3B1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AAAFE38-9ABE-6789-2A63-71EAB265D9A2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702D2AE-167F-4AF2-4472-ADE8374508B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19C1739-17CD-F891-7208-87C57C3D3AB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39D798C-B37B-55C4-CF23-CD8231896E4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1D65C04-CA6C-C197-302D-5E78AE19F15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532878F-14A4-2A85-31DE-C2B5DD0BDA7D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DECC11E-92A8-F156-1856-8FCB5AE908A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774172B-AEC4-B7FE-93FB-97159825BF5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AC6EF1-4ABF-FF17-ACA5-81DA9780DCB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0294A6F-3A8A-92E6-090E-F1B0D814830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FD1605B-83A5-BF9D-F355-C57362D083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902C309-328F-5096-03F9-B6AD134878A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ECBC2EE-6898-3C30-6016-0C8693088485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579EFE7-A6F5-AD67-FCB4-35ACC699B8FF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63676E0-42EC-1EBE-3937-7BD042C5C269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ADABD2A-033F-4CC9-CCB6-8DF334FCBEF9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D5BB540-993E-0CBE-D4EA-1E4C006E2CC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551FE6A-5470-3FF4-1E8E-DE299E2EEA07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76015B5-F260-BFB0-BD67-6C91029BEFE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46A9D0F-2DDD-1E49-1072-EA8F22BCD239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E0D7581-F7D1-577B-A2B7-2E37A3BAF8BE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4A498F9-CC07-610C-8AA6-E2D354497780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553DC9D-F95C-EAB2-D10B-B5BE968DD152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0FF6ACF-2D28-0714-ED88-634FDD45015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08D3C39-38CB-421E-F06A-0B82CFE9471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1B2897E-478F-5C5E-91DF-E3EB7B400CBE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D17B16C-2AF7-D281-3E28-CC7C3EE37670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1413332-0612-46D0-2A08-A53A0F54B240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E1B8012-E668-FC89-B9AB-0A945A61F52E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79F096E-039E-7125-3598-4375C69D0DCC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B9425E9-0476-7E85-014F-C7FCE848223F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5407145-0065-1A69-A6BB-AC375A38171B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F0EF4D4-F762-728B-5906-DF79C9141F38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F4104EB-4C9F-65AA-62EF-01DF327A2122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9482D95-1721-B7B2-6E9A-AC3581E8AD60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9801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9E7A-8E6D-67EF-238C-50E93C2C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80247B65-5B1A-EDE7-0BD2-DF9BC8978C60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1A6972E-7264-A134-31BF-B6A07B8C9F5E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9BA4764-EA83-8939-CB35-441490D2B0C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48C6E52-3A15-3437-1F04-4951E609FDF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051D9B3-1F05-7C6E-DADA-F40C7950EDB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C389AA6-4CE9-881B-2F77-20882D912B7D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985B712-5932-D532-332F-AFB487EDA49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DC7B5D7-BEC6-050E-1161-995C7A5FC7C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403D56F-007C-D74C-D915-D96F27E704B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A0E1CF0-87B0-B685-9E69-96102962379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DE6AC79-695A-F846-8352-93C72274789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FDDB6253-1132-EC52-8A37-DC323FCA9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8D9A73A-F8E4-9D8B-294C-7E7E9EB31DB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2F4E53-68FE-0EB3-283F-385933BC37F0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4C02393-2234-CF27-7471-EA0D409B8CB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2375F5-174B-36A6-D32B-3B2376B0096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628E066-AAAB-EF19-D42A-F446719F646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1CB2911-FCAC-7068-F4BF-C5AC8A72207F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CA52987-8A69-4901-7E56-21DB47CF119A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FCDC0F0-5DDA-3ADE-00ED-521B5C6AD76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C7F85D4-B005-854C-6F1D-A644B3DF7E8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8F558A4-ECE6-C075-0BDD-4FDAABF51268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F0ABC35-03F4-CCE1-8150-6B5AD6546158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24DA65C-9B16-6601-421E-884B5B6E7CE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2E8677F-38EA-66CC-45BA-65448F4A881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FFD2FFBB-1A57-7AA4-0567-47C7B073036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E8384D7-A8CC-7502-1BE1-5DCFF25B6120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BFAFDF8-A653-28DB-709C-85022D3F5AD2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536E02B-B268-9E8C-CEE9-EDE7C11A5BAD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7A8ECA09-8443-A260-9713-385A6777C91A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22D74E2-5A1D-C763-5636-3655E23FDE6E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FB1988A-C635-6848-3BFE-2B2032975729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9840BDA-1FD8-015C-73A5-6C009905E586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40E51DE4-0B8C-E498-5ABD-7A200B9C09C5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C3CED3F-DE0E-7DC7-324C-22F22D79BCBC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38258D7-B727-7BA5-5D3F-CB887F0C1A3C}"/>
              </a:ext>
            </a:extLst>
          </p:cNvPr>
          <p:cNvSpPr/>
          <p:nvPr/>
        </p:nvSpPr>
        <p:spPr>
          <a:xfrm>
            <a:off x="864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67A58DB-C3BE-3EFD-86E6-17B2664B8BF3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13BB714-5131-19BB-430F-346691E81074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8219EE7-601B-57D5-CA52-52A35CBDE244}"/>
              </a:ext>
            </a:extLst>
          </p:cNvPr>
          <p:cNvSpPr/>
          <p:nvPr/>
        </p:nvSpPr>
        <p:spPr>
          <a:xfrm>
            <a:off x="95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0F8AA82-A65A-E50A-F148-4131DC8589DD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609116C-DD9C-3F88-14AB-9D6C48E35F26}"/>
              </a:ext>
            </a:extLst>
          </p:cNvPr>
          <p:cNvSpPr/>
          <p:nvPr/>
        </p:nvSpPr>
        <p:spPr>
          <a:xfrm>
            <a:off x="9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A9FD3A9-DA95-10BF-B992-7862AECE0446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18A0BF7-B27C-7C48-A095-F1D00D2CF50E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86042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1D69-C058-9E83-ECBD-C4702E36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0D98A8C-7D81-A65B-85F7-616893FC6A20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3EF536E-C3A1-7A30-FEC5-36EC2710CE3A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A84D6F0-E894-FD2D-7E50-F430505E2C1D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1F2D7FC-DDA4-DF56-F8D5-A83CC3D3ED6E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7EC6C79-D563-8103-E4CD-93EBBF142A0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CA506F4-935F-92B2-11F7-ABA3770EDDC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8505ACB-B9D9-CDAC-8B57-178506B5483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AE87D1E-B40A-5C5B-633D-5A2FFB5F35B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F0958FE-7EA9-2905-0DC7-D6A8BCC9B0F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68026AB-40FE-D86E-C30D-CBB492A2C72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7E7794C-8256-B883-0920-98A66B2045E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EAB0A85-9A09-E38E-8D17-5270CDCB0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A59AF8B-2199-F10D-4AEC-59A024C2BD4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2A93FFD-87C4-CCAF-37B4-DD536E77306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A47AFB0-056D-F5AD-03F3-197A5BE1398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ECA8A56-7591-F11A-D92C-3668EE3D9ED5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115DF5A-625D-284C-9273-2B762C71F829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550D723-AFC1-0457-39F5-2B5ADD0C4FA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05D8804-CE0F-BD32-1F7A-FAC4C8F7593B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E395E0A-6F8B-CD29-BF50-9A7E48FA2F2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F6FD1C6-17DF-6D61-F4A4-CD2BEAA4BD9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7FE8042-09C7-0839-88CF-6C745F231B92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6B332EE-26DD-2634-176C-0DBAB9F08E00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321AEED-4342-70C7-FC52-DA57A436048B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3AF489F-035F-0A0A-A6A2-E27A553AF6BB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3E4CED-4218-3253-E867-9A505B65B96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B885B83-8A57-597A-42C0-15911A5D041B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C84A322-195D-C495-1DC0-D3C1DA78885F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159394-D5B0-D4EE-8FA5-B1C4C9C665BC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0FA74934-3424-B8D1-2FCB-6E71E1CE114D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8D22C57-19EA-EC29-0579-81453117BBF7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0400567-E993-A2B0-4A69-4396D5BCB436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071B4CA7-A132-91F3-B344-3432AEAF2B3F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E4ADF322-E0D5-301A-6D0F-7F829F522A4C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F265592-C2C2-8B74-17C1-9927B56A8429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E873F1-70FE-F9EC-101B-A781ED55AAC1}"/>
              </a:ext>
            </a:extLst>
          </p:cNvPr>
          <p:cNvSpPr/>
          <p:nvPr/>
        </p:nvSpPr>
        <p:spPr>
          <a:xfrm>
            <a:off x="864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B5A487E-43EB-C0E2-A001-25CFAA5E027F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F8CB1DF-649D-BDB6-91C7-943778B9171A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C07BBFF-C653-2D8D-E7CA-7AD09F71F3A5}"/>
              </a:ext>
            </a:extLst>
          </p:cNvPr>
          <p:cNvSpPr/>
          <p:nvPr/>
        </p:nvSpPr>
        <p:spPr>
          <a:xfrm>
            <a:off x="95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1E78CCB-151E-5056-7297-BAE2CDC69905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AF18F34-51CC-3065-4654-E749B5CD19C4}"/>
              </a:ext>
            </a:extLst>
          </p:cNvPr>
          <p:cNvSpPr/>
          <p:nvPr/>
        </p:nvSpPr>
        <p:spPr>
          <a:xfrm>
            <a:off x="9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B0822F8-A551-30D3-789D-9573901D397D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B5632A2-26F4-C74E-A231-1D51A82DC034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323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8CF5-7A5E-9AED-87DB-C72EFEB4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EE5144F-0601-FBA7-1A1B-F0B9AF39D3EC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18A2023-0780-BA2A-8456-0574B33FA0B4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2FB5337-77E2-96D4-8860-F83D24456CB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572732B-0417-9690-3AAE-FA4F46FEBCD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C4C2D1-A288-2100-384E-DCD06812611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ABAC531-B374-B150-530F-B596B7D27ED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0B9F674-064E-A9D1-A6E7-B8D26228F69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4A51B24-35AC-5214-FEEC-6A3D67C0F836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6D7F672-5FF6-547B-43D9-C62842E2AB41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B98A0B-2FA7-37BF-034F-B6A18AC3006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3308779-5100-3016-DB98-7EF462F417B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9DCCA51-860D-7A78-3B00-D10687678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2CEEE1-9F13-05BA-EEA1-50973A60BA0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FACCAA-EBA2-DD05-14E8-DBB010B3132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A771CFB-E494-896E-7C65-9BD93B29326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2E21282-C245-528B-7986-358CDE3DB7C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1470A4-A274-5511-5386-DED1200D28C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3826B8-F6DB-A815-2737-37FBF2E746B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F3F8DEE-BFB6-9439-D737-EE2569605E8C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754BDCA-04C4-3ED9-F9D8-482EBDFA8245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C646FD1-C5B1-1267-9A40-2E08E6C7BD88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E46479E-65EF-CBF4-6214-83D9BACD3BF2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1C3D6F3-2F26-C549-3296-CC0661CE9D78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D9521FE-07CD-D982-773A-EC67BD66B891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CE06EFA-A522-4955-A56F-2589C70B288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FF77D292-BDB7-A54C-05CE-4173023697E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38A9608-7157-6E15-81E3-A4D8E2E83078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FEA7D5A-D092-AD0C-9D7D-CEFF2B6F0198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87EEDC7-B3EE-BF2E-22EB-247E90824E6D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B6B592C-33B8-B1F6-4F24-F9F15CBCCF74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D0A60FC-40CC-3D10-62B6-B6ABE57D76D0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8042BCA-969D-E1C9-A365-0DD9D51AFAEA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C27045-4853-5842-6946-C8D793EBBDF4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C9347AC-B072-5FF6-06B5-854C21BE0216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1ED5C7B-6C04-F584-E47C-B3F95483D13D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821F9A4-2215-6811-4110-2FCDFE9B19E0}"/>
              </a:ext>
            </a:extLst>
          </p:cNvPr>
          <p:cNvSpPr/>
          <p:nvPr/>
        </p:nvSpPr>
        <p:spPr>
          <a:xfrm>
            <a:off x="864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04FB070-83CE-159D-6037-8D3E07EFF544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C420BB2-DBC1-67B3-8E46-BF7DCC48B637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11C7F3A-B506-C686-0162-919397AED1C8}"/>
              </a:ext>
            </a:extLst>
          </p:cNvPr>
          <p:cNvSpPr/>
          <p:nvPr/>
        </p:nvSpPr>
        <p:spPr>
          <a:xfrm>
            <a:off x="95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5A6B9BD-B154-1A68-6D1E-52B66932AFC3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09D5606-F6C8-0E86-A6E6-ADA730DDC00E}"/>
              </a:ext>
            </a:extLst>
          </p:cNvPr>
          <p:cNvSpPr/>
          <p:nvPr/>
        </p:nvSpPr>
        <p:spPr>
          <a:xfrm>
            <a:off x="9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C407258-26EA-4107-3D35-80852A59EC4F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F8CA942-B80D-0E17-18DC-B94BE4C5B265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39920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E4C10-E0C4-0028-8BE3-EE5E089B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36669C-01C5-A3C4-5639-B8A8FE410C89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9057914-BAAE-5E8C-70D2-18790251C0B0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E5AFECC-E058-FE7A-5024-6F5DAECDF53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4FFBC11-EC69-2A8E-5CC3-967BE247342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85471A9-6C83-2FAF-3C1B-E35A985EEDA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1C1DE55-7727-71E6-54C4-D19BDDFA10B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00AE436-4509-D903-C435-9D693F53FEBA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1890321-1C11-5A6B-7A8F-18D5FA7B7CE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5EB8576-AB31-CB58-6905-3FF071D1CFA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F9E618-21BA-CEAC-F54A-56F4C203DEED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4ACB960-3452-BFC2-6E15-544194A5036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0203F62-31A0-1D33-D162-44D0FC90E7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692ABA6-CF12-DDFC-E8CD-AF7D44E12B3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8D51D2-D6E1-B223-592B-54CF6D3B6C8F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598592-EC59-D25B-4C36-588433073F70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2FE149A-5994-C83A-3B63-FC4AB4368CE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382C6DB-7462-DA65-403C-A617D6EAF0A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628238E-C03F-70CF-BD3F-5930D5B1B88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EC9234D-B1DC-79D3-360A-059555CDA8B2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D359F27-B523-15DC-DB2E-1E73415AEDB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5F1805-E662-5332-A30B-228A36A4A11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BC4FF2A-3AFB-39BE-66C3-D3D107857D0C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11884DA-8C88-D532-25FD-3599347E5E6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D99DAD1-F842-595D-EACB-84DC2B85078F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028449D-FFC1-C7AE-8BF2-ABEA4EE34683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DEE1FD5-8174-D28A-4F0D-235C78A7A662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01752BA-8D88-062D-C1C6-70BE2CE1FAB5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F9838C0-3403-C5D1-F963-0F3FE548BF4F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1510F99-A172-68F5-BC44-78B5CD48A9F4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529F9B5F-67AA-3C60-807A-791F5E7C728C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363C82D3-9198-35CB-DF73-CF76012F5714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74683AEE-0DA6-660C-9A9A-B2FF239A735C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9B95F4C-76FA-F52F-D0D2-8480256C3535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0FA1581-F2A5-677C-E67E-9974403E7E80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CE6B3BB-70D2-A201-D68B-763ADD19581F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162606D-C3C8-D63F-1C8B-AEA75F2126F4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F1865E3-D2D1-4A72-D9AE-9AFF22DA5058}"/>
              </a:ext>
            </a:extLst>
          </p:cNvPr>
          <p:cNvSpPr/>
          <p:nvPr/>
        </p:nvSpPr>
        <p:spPr>
          <a:xfrm>
            <a:off x="936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5622871-94A0-90A7-88AB-05DE1668F1F6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8C8AA51-FD13-44AD-B544-D1021A2FE6C0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138EF58B-534A-585A-C90E-F00FB2DD106E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DCC0036-88A2-EAA1-BFB6-7B4C7959234B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D4B2A82-C0DA-C874-47DA-1534FB31E737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4CF5FB8-BC8E-ACE3-3902-CCE69C297B70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091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6170-6D38-7F2D-0DF0-771EEE47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1991686-E007-7BB3-8E48-1CC8B514DD88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DA36EC2-C9CD-63A9-1401-0ECD0D1D70C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1348F9D-0EA0-31BC-993D-BC972C20DE3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781DCFB-7076-B1E5-31E6-D5775884644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BDCB936-F42B-FDB5-2416-9134C158243F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CEA0426-5027-9636-76F0-A253D1BF1AE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86A7109-A75B-E069-A48C-A2F11CF1C3C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0D65E1D-CC5C-317A-6A80-B3B14181B4B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3E28C09-E674-5458-CC76-5FBC71384AD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D57E6AB-236F-180C-9677-F71D5DB1783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C7EC5D-4ED2-ED17-C627-F06A256CE82C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1BF1425-4885-A861-F38E-0B1105385C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85ABDC1-9CFA-2C1A-9F28-5C0E294DAE96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08D861-CCAA-A816-5582-E679F262E47A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FCC9E20-0509-958C-19C8-AE99C9D165F9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61D820-7D81-8C3A-3FC8-54F0E3318A5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804798B-E0E0-E0DE-6354-C17BD9C5528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3B129AF-EDF5-5500-2DE0-A7BB7CADBEA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97850DD-E11B-EC4D-3E3D-B15E947245C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BE939DC-0106-DD1F-3BFC-2FE94B6B7E3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684C4E2-D4B6-9D63-765C-0FD9B77531AF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942A5E0-231F-3966-1040-09EC54154018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1B80F30-7777-C335-E442-A77EB1079FD6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729F312-E7E0-76C3-0150-0912C6CB8A24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D0CE3EB-764F-9292-949A-2EE11B89806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8B4F727-98EC-72DB-6BFA-FEF921F56EDF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80AB1D9-6C23-F24D-6610-200C44D7D1A6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9EBE9EF7-BF17-5588-DF28-7D0A2B7022DF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537E056-2EC1-CF17-3C76-28E885F356A4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B1DF463-1215-9D10-36E3-517C4C1E97F3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6A102E3-1D22-D7F4-2749-35091DAD9E74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C1861AC-6B78-B8A6-43AC-86859082262D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B8028B-CA16-2935-5EE8-41B17E850EDD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AC8363E-BCC2-DD32-E638-57F1EA70F5F6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5E19649D-42E8-B7E6-7D19-E7263408E436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5EBC739-B602-4021-1791-AB9422329664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95C99C4-7B15-9AA8-FE5D-CF2C6211FD5F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FB82058-7E02-21DD-BFCD-3D8A7880562E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9302A93-EDF8-C718-058B-29223FFD30B0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797BBB2-0180-BC5D-8EA8-C9AB6CCE354B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576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DE027-034E-168F-7283-3D6E5E06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430F3CA-4B42-7532-92A0-202BB32AAFF4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B4417C9-9CEF-2989-30EB-D5EEA8BAB9CC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02033BA-9EAA-ED5C-6DBD-2DED123ED4D4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7BD776B-447B-99D4-1ADD-19B4ED09FF6A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446FBBE-B7D2-E084-DB88-FC335492020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B8C6FBC-4362-3D8E-488A-6AEA97BB20BD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9616B4A-5C55-9EC6-492E-0F10D1EB153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28C14E9-714F-BF0C-3881-EFC43C8C0D6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B4F2589-6771-722B-9506-916631595B5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8AF66BD-1029-1100-3DE6-43DCA95C8E7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F1BE34-2767-C9FF-DEAC-6731381DFA10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D6C5597-7F05-D981-42F0-BB914BE1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283461C-AED8-FE68-01EF-BDF9A087C44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EAFFB0-B24D-8C33-E9E1-BFD9E7740538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4255485-FBE9-F1D1-D694-A4CB80EB7406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868C2B9-0A16-0082-C7FD-44BE1E5943AA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2E3D384-1D56-9A66-9630-3446A134EA9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5F9199-4210-2B73-BA4D-37D75A9B3EA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485E915-B369-4B52-3E6E-0070E5B2F09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CDE4FA0-21A4-EB93-2291-B34FC8EF91C0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7F47EB1-73D3-42F0-E49A-37C15A250BC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3096B00-D6E4-3BA2-A367-0E521322568B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3C7CCA-6570-8348-2FBF-85239BCF62EE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BCBE8CC-2DC8-ACED-AD80-194137FD598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B1B45DE-9C44-B65C-5AC8-43024F288A2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34078AF-B99F-8695-1A6A-2AE309AB4E1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A562C87-79A5-F197-0B78-3AAF88FB3EAF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B89D1C4-9741-BDE1-A361-A251BAA63742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C9E9CFA-B7C2-EFB8-4458-C1C34A3AB4F7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BFE76A1-369B-C23E-BB67-48D413664836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D16CA24-02EB-A582-5156-A91291C4927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FF0339E-3DC9-7941-BDD0-1AA8DDAC2E81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6D614B0-112F-C30E-7429-E95C610E15A8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10BEBD1-69CF-8F0C-08FA-2E43E25FD904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E0275CC-CE1D-FE62-32FB-A1E18FB290F4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B00C788-CE23-139D-7B85-C95FF51645ED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EE227FC-EFF7-4E4C-181A-091A03294A3E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E3838FB-EEF4-A357-F951-E33997478019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DBAD7EA-1C2C-76E4-DC62-2A55BED3419E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4EB7DDBF-CDD2-D570-C75C-49A6B6DFF6B7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62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EE5D-48D0-85AA-674F-BDA90795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A46B297-4165-9EAE-433F-DF62C01C0B2F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E49266B-2340-D16F-1394-847227C2435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7E21F89-4BD4-7915-B590-97B11C99BD3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2CC9AE4-59A5-CCE4-1778-B691C26386E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C1FE39F-FD38-F513-1280-B19047B76A8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3566F12-737C-BED8-AEB2-E3FCD3317FAD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4E74336-2B78-C05B-E4E5-009AD706C365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7EF1D8E-7C98-3417-D4D2-4295DD8A0591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054282A-84A7-2400-D346-6CB04DE16ED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47B3F4C-80A9-E4FF-5A31-0E9FBFF6D31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E4597B-75F0-ADFD-175B-A0506FC00E91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31FBFBA-8575-71BB-FA43-7C37826D5A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9D9D65-B3BC-7E37-4DE3-0326013B6F97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A4D138C-2B40-2A58-D8C7-5549C3AA490B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61A8BAA-52DF-DF60-8F11-65FB6F355E20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8C3853-682C-1650-66F8-4499E3DF9FB8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2483CEF-543E-49DD-33C4-A71C113CD8A0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1ED69AC-A325-91BE-1646-1CB584F26405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0F6C08D-0CCC-CB14-94E4-8AA5EACA04BE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E515236-7B52-8F2C-0E98-ED42F67FE88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4F27740-EFBA-AA62-30BF-4FA80CA12D16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A254BC6-C858-A6BC-D536-C30B760BD2B9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1575D51-B3FC-249B-4064-19293500F6D6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12A76A9-A0DB-45C8-1FFA-3F10AC42BB4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35350EE-A8FE-D2F6-EEB2-B5AE56CC896F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0009E69-5E9C-98E1-9FD6-E52166C9D3D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079023B-5B5F-CFDE-0BC5-83FAFE9AB1A2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380EAC3-C37B-B670-1028-2DE114E84D6C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B0FFA12-9884-E529-6DA6-326EFFF690D8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92FD4A9-9B42-E15D-80F6-3A8E87398C22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86B78B9-69A1-6A42-4E29-E5AD8018794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326353A-926C-D9D3-0F94-2E5C937823A7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C396388-189D-0487-7EBF-ABB680DFFCBB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5920576-FEBA-A088-7329-48B11CA82DE5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0DB4C15-24AA-A6FB-7749-26C3907A88B8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E61095E-CE5F-A399-1E80-9BABFF1C692B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7CEA893-260F-8C1E-444A-58EEFD7B690C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D6E1970-89FC-2E61-96F0-CA9E61ABDB94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0BAE908-A764-DBA3-29A9-40860006CD3A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8FD153C-4494-3D4B-90A3-5E38F7EE456F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2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48D3-24D6-324C-5F9C-FD36DCBB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34031A9-AA7D-8B82-A57F-53AF4CB1004A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967D1E9-3649-E4F1-16B8-25CD483C30A0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5EAD0BB-044F-D124-40F8-84EE56B89B81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61D114E-F935-C2B9-E91C-A6FF23ABCAB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E7BD725-FEA7-E6F3-0DF7-63D4E63F058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220A591-B6E6-83C3-3D63-73BAC8E9900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755C203-F5FE-183E-5DB8-3EFE4C467ECB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DD6E068-A552-FB7F-8624-00716E44C52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DEE5031-0B32-EB75-6095-05B60D6A8CFE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D3E63FF-7DA1-1150-DDB5-74391859909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DA2FAC6-6A48-3258-BFA7-EC34C4932668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E8801F6-C08F-C374-0CAD-5019B05956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1FEE641-AFAB-BA32-2C2B-BDF491C37A5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B8C6484-26A8-9CA8-B67D-EAAEF9E3437C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F4C9E9C-51AC-F158-3040-5CBA78D0953A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3F2D123-1847-A6DD-5767-1C1F4885CB34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757752E-88B2-EE02-B97F-FF1C1983ECD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08CB667-9982-D524-207B-45F06CB91B05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CFC4292-8D6F-BDFA-F15A-BC92D8D9E85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102A601-ABD4-BA05-D126-83F540176F3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B238DD5-2018-92F5-0E8A-F79AC1C4C101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F178688-B0AC-4B00-24AC-08EC85E9297C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ED7AACB-8934-6412-05CA-FE06B3354F33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88C9618-444C-1DE6-610C-3ABCECF35A5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669FC2A-05C0-BE77-2E91-BD9100F495CE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9206FF9-1DD3-44FD-BAE8-8020F08C90E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B9B6192-FC7F-0E10-23F8-87D64F0E2AC5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3D16CF7-3B51-6431-EB28-DCF5371BAC62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9FD5D52-153F-71D8-1360-3A46210CBE3F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6E5E822-5372-506D-A61E-F9A36C12DD9A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8E45DF8-B6BB-0041-8B0F-631016921B6C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D70F1A3-01AB-A085-F3D2-2084AB7A552B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4D347CE-FD0A-1E47-2FAB-3F368DA42E7C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CE2E47B-BD53-27C9-0201-6458EEBCA54B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437AAED-CD4D-62A7-7E2E-027B3AB60381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B79AE9E-F2F7-6E00-D34A-981C7FB06233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0852E8A-1063-90BD-A78B-3703D65F9B36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CDD8CB2-A5FE-5120-4E7F-5DAE1A5D046F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8E514B7-5B54-96BF-E175-2543FE2BBFC2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C7AC34CB-EAAB-146D-5312-549D2E4201D6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75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08E8-B2AA-2D77-F914-FB5A4007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B012F13-3D2D-DB99-DA2D-DD3B873A70AE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2FAA39C-497C-7AE5-8528-8CCEC7E16D66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046572F-2381-F566-58AB-F75E1BF07B61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B68213A-043A-8E74-CFF9-D754C4377C8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94E7909-C21C-A106-1132-C2653166FAF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21D5E97-93CB-A382-49AE-4E3F89E4A4D0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D43074A-BEC1-7ACA-2CAA-5403979989FD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AAE5820-EB2C-1C41-5865-705D153BF80E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FAF78F3-81F2-C022-4701-FE1AE3D3EBF5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F5F1607-4B2D-F19B-FB34-8E0A06C9CFA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4576E9-331F-9E3E-977E-163FE7979F4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455BEE5-BCE1-A894-412E-604BEE932F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E109B78-4C13-A7D5-8E19-55CE599EB225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2350BA-8DE3-9199-9F12-478652DC74C8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326CB38-2E02-66D6-B696-181F6A1CBBA4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1B9731D-0148-B62A-2F18-E1CFDAAD12AA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C529525-A216-D8B2-28B5-A70FB2D2B04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3690CAA-0460-4E95-F0E5-228E1140CCB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D94AA84-C022-4ECA-7605-E43CA61DA7E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936CE26-B5ED-989B-6176-A781BF9F7AB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9BF32D-7FB9-4E83-7C2E-F7D9353759F0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4A94043-1D77-C51D-8AFB-65E67A05F47F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6AAA25-17F9-AB93-1974-BD13FB6787B7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6CCE56-9410-4DEA-F51A-10429FEC869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1A13AC1-DEEA-30ED-B854-D8ADF2BC9CB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EB0D1EE-83C5-B984-AB05-811D3421C4C3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4BC1A0E-AF8F-8BC5-81EC-2369F4414864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30BE5D2-606B-9EF3-B0AD-ED5911F904A9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46CBB469-FA87-7C43-097B-5F4D1D2675E8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9E5C959E-A804-F7CF-EBC6-21CF8512D275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1DB6148-3A0B-F5FA-6684-4C3C9DA99FD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DAE0583-2D26-2CF9-4392-55AE069E3C60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343D0BE-6D47-46C5-C5D5-CEA1CCE75CDF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F48A8E4-384B-2190-F614-0F755405BA0F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5206DE2-18DE-B33B-BA6E-4AF279A2E882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399B763-ED86-A761-924C-ACB2BEF3434D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F24BB0B-9938-BF6E-546B-B85D7341A155}"/>
              </a:ext>
            </a:extLst>
          </p:cNvPr>
          <p:cNvSpPr/>
          <p:nvPr/>
        </p:nvSpPr>
        <p:spPr>
          <a:xfrm>
            <a:off x="109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BB28CE1-8421-6BEB-34DA-397D175EBEC3}"/>
              </a:ext>
            </a:extLst>
          </p:cNvPr>
          <p:cNvSpPr/>
          <p:nvPr/>
        </p:nvSpPr>
        <p:spPr>
          <a:xfrm>
            <a:off x="120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18661C3-E189-F7CB-2DED-016F6DC219CB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8E870A5-7A83-7BC6-A618-62A9B82FDDE2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0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3BB9-E639-3880-08AB-66053405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D6B6865-C936-29A9-2D43-5641C3D58900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97E2E8C-0007-B307-265C-FA3D6A21A0D1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9D6FB1F-BA59-99B9-30E9-85FFC8EB877B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1565501-A011-549D-3AA6-680E09E5B98E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EF66F1D-F5AB-D8CC-2C51-D40CCF237123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8DDC1CD-0D85-DE71-98BF-617CB65AAAA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AD7C70F-5A5C-B624-4052-9DDBAFF1253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6ADC978-681F-EB87-8043-3935B54F5BF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F9E1592-4BF4-0448-E1B3-1972332459C3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0CC30A6-F783-94E9-C8FE-F469A56373B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7829B4A-5FA0-5392-E512-677309453D52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97EEC6D-136D-A925-5B76-2C1FBD89E8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EF3388-0131-F45A-25BF-9C1AD1300D9E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6891A4-612D-E892-54ED-6F91C020BABA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A9CCAE9-27B2-10B5-F615-E756C9B6BE09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F4CCC0-13F4-37EF-F420-7760CE0979C3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0F0F09C-34C7-3058-A70E-F8672522438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7FBDA39-BC70-B79A-010E-EF9398A292CF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C96C881-1488-0B38-4F3D-74C6704D7F3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C6EFFC0-04FF-7AB9-2D63-57BC481FC65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0132599-5668-3267-CC86-3D32C7E08C8F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5018D0E-883D-B89F-0720-162AF0AE54EB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C022755-198C-D336-70B3-BC6D241E148D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66E09DE-73AB-0602-C660-77F22D079E3F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9C57C9D-AC72-39BE-41D4-6D1EF1831253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E54C5E7-3444-23DC-E233-673C0ECD402A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C4D2F8A-DA93-FA70-8255-FA44E1B01823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CA4EFE2-96BB-FB0B-EF47-CD197CDE9B99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00F6F40-52B3-E189-EB30-4A74D49C72B9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B384F3F7-8C38-50CC-2DD4-3B9C502E99A9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4FBF661-3344-BA5D-502A-D593EEC5FC9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B9B3F33-17ED-F9D1-B8B3-6329F9EDC7FE}"/>
              </a:ext>
            </a:extLst>
          </p:cNvPr>
          <p:cNvSpPr/>
          <p:nvPr/>
        </p:nvSpPr>
        <p:spPr>
          <a:xfrm>
            <a:off x="1008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CB85598-BE6A-E89C-6E83-1D2B39C9EEC8}"/>
              </a:ext>
            </a:extLst>
          </p:cNvPr>
          <p:cNvSpPr/>
          <p:nvPr/>
        </p:nvSpPr>
        <p:spPr>
          <a:xfrm>
            <a:off x="86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0424489-1987-970B-97F1-0271550F456F}"/>
              </a:ext>
            </a:extLst>
          </p:cNvPr>
          <p:cNvSpPr/>
          <p:nvPr/>
        </p:nvSpPr>
        <p:spPr>
          <a:xfrm>
            <a:off x="72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6C576DE-D352-1917-3AEF-188B3C1D0664}"/>
              </a:ext>
            </a:extLst>
          </p:cNvPr>
          <p:cNvSpPr/>
          <p:nvPr/>
        </p:nvSpPr>
        <p:spPr>
          <a:xfrm>
            <a:off x="66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6DEBF5A2-50B3-C16B-0563-6642DE0D42FC}"/>
              </a:ext>
            </a:extLst>
          </p:cNvPr>
          <p:cNvSpPr/>
          <p:nvPr/>
        </p:nvSpPr>
        <p:spPr>
          <a:xfrm>
            <a:off x="8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ED5E20E-068C-D70E-4732-2D55FFCE485D}"/>
              </a:ext>
            </a:extLst>
          </p:cNvPr>
          <p:cNvSpPr/>
          <p:nvPr/>
        </p:nvSpPr>
        <p:spPr>
          <a:xfrm>
            <a:off x="106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A38E2A0-DF18-28AD-AA53-23080CD3405E}"/>
              </a:ext>
            </a:extLst>
          </p:cNvPr>
          <p:cNvSpPr/>
          <p:nvPr/>
        </p:nvSpPr>
        <p:spPr>
          <a:xfrm>
            <a:off x="7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7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F8ED-21C2-E42B-6179-CF6F358F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F9FDBEC-1B02-804A-DD5A-1BD21B824E56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BE45BD8-6607-CDFD-BB2C-9517EE844BAE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B82B876-452A-9419-9EBC-B6F0F820A5E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8F2B2B0-459F-B2D8-4795-86F657883A73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900221D-1D56-2C7B-3288-B340FEB394E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FFAA21C-D0ED-D148-ACED-F7AAB06E3A47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D6AC510-FB84-B267-6CD2-4F303D5E39F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14A6F70-0C86-A893-2FAB-AFA89E765A8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209991D-E720-90D7-E007-CDDA1E423B81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004A0F-0244-C29C-C16C-00049911B197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CE3A2E-6E76-50CA-4A38-BE92F80BB731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771CC28-BB87-EABF-FFA4-737FE0579A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C1FCC8B-7179-9E57-3CA2-CF0F8DF86065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F4DA67C-D115-4D0F-5F55-A6D82F1B48EE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3880A1-10F3-E40C-3451-BDDB75E4E612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7D8353F-5E60-BBD6-83AE-1F23B0E2EED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437FCBA-E3C6-7BAA-AB5B-6EDDEC460D0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E377D4B-B20F-51B1-357C-44288A4F60BE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6D8D2A4-3522-AE9A-FA93-B91F32C45ABA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C320E4B-DA51-CCC9-272D-97CCBD02DC45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AC06441-141C-2D01-E407-FB8498C5FC2E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49D7CBD-AAEE-578F-F1C7-5D72005E7D88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DE3DF71-54C4-E8B5-C526-6BC41BDB7703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0B5E3A6-7024-DDB7-80F0-78E0ACC80C5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FB71347-AA3B-CAFC-F908-8C1945DFCD4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0276589-409F-5C90-DE6F-FDEE3C2975F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3ED0BF4-731C-8844-48E7-2D886D269B9E}"/>
              </a:ext>
            </a:extLst>
          </p:cNvPr>
          <p:cNvSpPr/>
          <p:nvPr/>
        </p:nvSpPr>
        <p:spPr>
          <a:xfrm>
            <a:off x="43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05A3268-F60C-D509-735B-3D654BF8745C}"/>
              </a:ext>
            </a:extLst>
          </p:cNvPr>
          <p:cNvSpPr/>
          <p:nvPr/>
        </p:nvSpPr>
        <p:spPr>
          <a:xfrm>
            <a:off x="57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60C6D20-1D98-FFA9-7D33-0463F8AC8D60}"/>
              </a:ext>
            </a:extLst>
          </p:cNvPr>
          <p:cNvSpPr/>
          <p:nvPr/>
        </p:nvSpPr>
        <p:spPr>
          <a:xfrm>
            <a:off x="37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06640C8-47BB-24FE-3783-991F1E96C6A4}"/>
              </a:ext>
            </a:extLst>
          </p:cNvPr>
          <p:cNvSpPr/>
          <p:nvPr/>
        </p:nvSpPr>
        <p:spPr>
          <a:xfrm>
            <a:off x="6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FD12EFC-75C1-D623-864F-3FA097CF5B25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A2B83B7-F8CF-9AC4-D7FC-B3FA731E95D8}"/>
              </a:ext>
            </a:extLst>
          </p:cNvPr>
          <p:cNvSpPr/>
          <p:nvPr/>
        </p:nvSpPr>
        <p:spPr>
          <a:xfrm>
            <a:off x="1008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421DED4-F0ED-129F-2576-A0C25CB485E6}"/>
              </a:ext>
            </a:extLst>
          </p:cNvPr>
          <p:cNvSpPr/>
          <p:nvPr/>
        </p:nvSpPr>
        <p:spPr>
          <a:xfrm>
            <a:off x="864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7218512-8E3C-CA8C-4464-DBDC7AC2A170}"/>
              </a:ext>
            </a:extLst>
          </p:cNvPr>
          <p:cNvSpPr/>
          <p:nvPr/>
        </p:nvSpPr>
        <p:spPr>
          <a:xfrm>
            <a:off x="720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4597859-A994-8160-A911-30ADBF046586}"/>
              </a:ext>
            </a:extLst>
          </p:cNvPr>
          <p:cNvSpPr/>
          <p:nvPr/>
        </p:nvSpPr>
        <p:spPr>
          <a:xfrm>
            <a:off x="66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C77239B-8372-173D-F86F-3351F3231DFD}"/>
              </a:ext>
            </a:extLst>
          </p:cNvPr>
          <p:cNvSpPr/>
          <p:nvPr/>
        </p:nvSpPr>
        <p:spPr>
          <a:xfrm>
            <a:off x="106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35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57B9-B2A8-B951-33EA-2B9464CF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98D3658A-C95A-58B7-CBE4-51F62EC13C52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3976DFD-DD69-B4B4-62F8-B6164B9DBCED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8CC5A23-8A38-0961-A59D-4961C19BE91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1429606-88C2-3661-0691-2A0DDBD30839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DE5070B-4DE6-3062-310E-F8C9D3E1E3B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9E15583-B0ED-30A8-2A44-2A4EE2DBB313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10719E8-E612-5C37-7405-86F03D101A3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1CED3F3-456C-4499-7F8A-E0A78C3B414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3BFF127-461C-B601-F362-4794696AB80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76B41C7-F365-C990-488B-F654368ABC9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A3FD755-0B53-E2BB-2FE6-521B36F868F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812D0865-E092-F397-6F01-61D16EE41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98BB2A1-7315-F579-A886-96B58E2AAB5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EE9537-56BF-FC2D-0D1C-193841500291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C3DC6DB-DBBC-6993-515E-A9331E256940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82C952-8EA9-1908-E5E3-B7E2C44F28C4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DC371F8-C691-29E7-0F29-2226B46EA9D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6A1AF72-E51F-58DD-6ABA-12C8533FE439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3CF6794-0FF3-5848-95F0-5AB5548DE026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EB74DF7-A5C5-C31F-DA0F-A97522DADF0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537EFE0-BF66-92AB-F310-086EB9DD34D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9BE8C47-92AB-E989-F83C-61211D6A512C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7F627B8-53CE-125D-1FAE-9780DB220FD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DF8E66C-4133-449F-C607-E9B2E04FA322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F62C464-F877-7FEB-53DA-535EB8B4C3A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1F0790B-C237-F6B3-EFE3-25FDC6A8BE1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458B6E6-2092-8E71-DDBF-FCA51186A69E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31E5223-DB56-4757-9F92-81E5CE3B42EE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92DA95C-56C4-976E-A641-279243AB87E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CCDB825-193F-19BD-D48C-932521B44CA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40EA014-C451-96CD-A902-5B30A41E35D0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EB8DDB8-B1E2-9696-997E-17123D45A492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3E1BEFD-0A65-51F1-CB0D-1B5F76EDD61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B5A61E38-0885-B024-7C18-BE4042BF9F6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368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21F0-F588-B3FB-8665-19F40555E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6CA2E40-D388-25D2-F102-0B5711408A3C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FB8B8BB-E8C0-29BD-0C1D-5C184B3907A2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7369B28-7216-3103-43AF-EACB0C2D0854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9EC43E8-3DF3-098B-D5E7-79A5F56D9E3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FAFC673-F5C6-9516-ABAF-D996711DC464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2E311EA-88F7-9CA7-F806-862CE53DAD46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84FA769-37EA-E03D-168B-B67276CA0AF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E33C3D4-A748-923C-B874-F6788EDCE92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CCE949B-2D89-0A44-01A6-CA0999FA563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DDA74B4-458C-3F94-4CB5-775D56797C1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C4FC149-DE8A-167F-DE5F-72590F37FE4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28CAECD-2CAD-3DC2-C552-81B0985190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5CBC7CB-E86B-A2B0-886F-BB89415DADF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43F1F0-7325-2B44-5E5D-92BA7009CC37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B79B411-EA8E-1040-0608-47A6ED9D2EDD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ACED54F-B113-5A4B-20A7-384029240AE4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D4146A8-62C9-150F-A5B0-4705A6DB17C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EC927A5-84F5-C166-95B7-28E57C98DD9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B151B84-1D9E-0A0B-D2F8-11904788FDF7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8E03085-1CD6-6669-AE5B-32EC2D655DA4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47A80EB-5197-D887-CEBA-83467A2D5FC4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2D54ABA-28EB-8B61-AF09-8D99E6C74A37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BD5A186-3717-E595-3E37-0B396637FCB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28540DC-431B-6643-7824-DF92CD1141B8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D30E1EE-6C58-24C8-F3C9-83311AFF498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C8F470-1692-0035-B80F-435BEABC3A65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BCF87CB-12A6-5C11-FB34-2CD5A4C6734F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1E510FE-B55A-95D0-3E05-BE9218CF86C1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5234AE7-F0B0-A29A-6779-57BF261C44EE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9BBF30B-248C-3A12-EB25-C3CFDEC09839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B71DA34-CC07-D32F-EB2F-3262F096B066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B070F81-ECC5-8607-26AF-F13A7D6166A8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4B03782-4279-D3F2-8E83-0E9D33C95D8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859CCAD-4D1C-A8C6-EAC9-BD67FFCEC9A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1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5541-C5B3-0B86-BBFB-DB0718E9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EC2A8FD3-FCCB-074C-F90E-969034302EDC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F6962D8-A50E-2EE5-456C-FB57049A6AED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8EB6658-E131-1046-0387-1E0CCC870047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8F1716D-D476-5446-C81B-8B7B46443F4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04597A6-8DC4-A320-4164-3C068EB95AE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0A81871-AEE8-9002-670F-5167FB75690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BE67EF4-5E7B-8286-1B93-9E802C632AF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CE9DD2A-A842-1FFD-0EE5-27A5A0D1ED6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B78D549-01C9-A135-8D1C-45384B6B99F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42F4ABB-50C2-3088-2DC3-9DD367586D76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AAA184E-1D97-6F7C-F491-F0C2C0870E3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FC8D934-7C5E-4AF4-E019-8C91405812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68C8511-8399-25BB-FDBF-732C8DA94F1F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BB2C4C-7D95-5002-1F43-91F14E27CD39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8DCD8BC-78FF-2E66-7DAA-8B4AEC931A3B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D8CFE89-4314-2220-E2FA-BBF74691960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5ABB86F-1D2B-4C0F-3125-AB899D0F9C0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9FA2D35-2BC0-F87E-DD2E-1E00AF23559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E91EA62-3A1E-FC5B-7B2F-7E5B2B886AD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1FFD8AF-0B37-55BE-7355-BE16F8EB215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A833E78-D471-0809-CC8D-338D88CB893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D693336-ED10-69F4-80CF-E04AF86D48F6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36D32C6-3A29-9153-507C-0CE94743C720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EEA90C6-8A33-DDB9-1488-8030276193ED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0CC1B40-84FC-40D9-FA83-37E3C9BB5B9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B2D2617-0FAF-BCF4-A66D-F349AD43DAB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31B8DB3-96B1-90C7-0143-325109F45E9D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F76F472-EA3C-EE97-5B07-3D70EDA1CCC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70B8169-4612-CBB3-70A9-D324957B3BE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2351CEB-EB40-909E-2875-A9940DA4DF9D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DCEC298-BD68-6E07-FEA4-280FB813BFC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AC03F79-027C-49B8-9EFE-46D91966A669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FC1EB96-0EF5-FBBB-235B-84365CBB2CDB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0C90499-2914-CCAD-6F32-ECDD5424E7F8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8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CEF8-724B-E209-6775-CB0133CD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89A671C-A85C-5A10-FDD5-02B6178ED009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6D9509D-7656-5CFE-A6F3-DDFC8A98BF98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E74D22B-C781-D6A6-106A-AC3F1F770E8C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F573824-36E2-B59D-908D-2A1672D43F0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066BDF4-00B8-1F92-EBA7-20A664F971B4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76ED49D-6AA6-1A2C-464D-60BF8430153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C529AF1-7252-ADB4-32E9-3A675EEE808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9B0BD3D-64CC-A119-9503-4BE3FFC40F3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D29D60A-E4D7-B398-69C0-26E3E3223B5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5416F49-5A48-FCFF-FA0D-81115EC00A0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B54206D-76C8-7445-2FBE-B1E1414F0261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6A4C188-B122-844B-A0D9-D750572FC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7D1D6F-2B15-5CDF-9B47-005731EE502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FCCAF11-EEE4-C669-2635-B1BD60B05DF4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1406A46-52A3-C6C7-3543-4734C2DC510B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E2C4A99-B650-23F0-0AF5-1040DEBDE319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F933A8F-3182-550A-0DDD-D3A06AE5DFC5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970DB3E-A02E-B8E4-5FEC-2DDEBF5D4DA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691C257-5DB3-5509-672A-8C22AAE958A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8792A09-E3D7-6A00-6F55-17995F1351C1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C2D64B9-5182-09D0-776E-3725A43212BA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2BADC54-887B-DE38-10DE-31330D606CD0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40FC2C2-F0CE-EAEA-C5F9-38D15D0046AD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A729E82-1227-FB2A-9592-20895738012F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3B55999-387B-EE01-D02A-A11997AA3121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B27F3D-FF33-D0DA-2FC8-1B673559CEF5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812001E-20DA-68FC-FE14-728356CEFE85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C5A2CA1-7648-AD74-4EE9-922145DFC00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0492F6D-C1EB-2338-B465-C4B643469286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4047E2C-1434-71D9-B772-ECE412307792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6C7AEF4-1330-F7D2-1D9E-5B25F1238E26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75A349C-66A5-6211-2BEA-3A255056D4CE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D92F04B-CD37-0AD4-FFC2-2306C352D8F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E41AEEB-D7E2-2660-BAA9-C1F3127FCE04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45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3FD6-51AC-4928-E3F3-CB4C49A9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CE87B66C-820D-D438-D0FC-BF6EE93E570B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91419B3-603F-F1DF-A60E-889D68D16CF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CC2E4DA-C76A-BD43-91BA-BCF16D528B37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2CC46B4-20C6-9532-2234-889F7CF6743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6787801-74FE-BEEF-6DA0-6D439080DCC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820E2C7-8569-8024-1242-D44120DA9B0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380B002-D144-D42B-5B17-5C30863C0405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AFE38DA-1863-2DDF-D6C4-AA89B7A5B68B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624A0BD-1508-C578-B861-CA1DBD317903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6363802-EF79-7EB3-04E1-AFB273B21D49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F5E150A-BF46-45B7-2CFD-5892BB33D2B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0FD75FB-1F63-C17A-9F89-92C66D63B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3A48F78-ED18-729F-6F97-D396DFE1B42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63E9469-FF4D-B662-30EE-3B729EF3812C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31BB054-3ECC-D74E-F0A3-C042B09D6519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7C91790-21D8-0A63-290A-92448F6ED6C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86CEDAE-4BD6-CC5A-7529-BD0745771B7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8D99FD6-3260-035E-D346-7077360397DF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7DD3BF0-AE1F-FDA8-76A0-EE10B78C372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9F2539A-29B4-0CB3-9CBB-D683D133217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806D49A-3E3A-1DE5-F266-F60732A19B48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760B894-6F69-EE4D-ECC3-87FD6576C492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03F5C73-B1E7-6DE0-20C2-890B911241CE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10954BB-C924-20E8-819A-7A4E18B043F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4A3E2E9-7E6E-EB92-EF9B-649941C6390E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3073CCD0-E30B-10A5-B469-4AE570EFDE2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ED3BAE1-73C5-6FFC-FE71-C603BC1CDFAB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EDD4F01-A8FA-CE9C-1DF5-A102A7C01E57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89B1298-EE62-5EC7-E72F-F1C6B7927613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CAE8F9E-BF70-3FDB-9CCE-347E116D5A6A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049EB41-7DD9-2BE9-9389-67DE225FB42E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AA55AE6-31A0-49A1-BDAD-26B16E4CFEEC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F58FA60-A819-FEEA-BD0F-521F5797103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EC230ED-D045-8E64-A298-A638E080465F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C3FC2E-54C3-58A4-E501-458BCB091FCD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055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6772-7D11-E083-414E-C0F61ABB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D5E6B24-23C3-CA06-484C-DDC37AA188D8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1AF4053-A7C2-FFE6-6A83-EFD175AABE82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1FAAF90-093D-6689-AB97-9DEA784FF90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30A38DE-56FC-9510-7743-A5AE6419830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76742E9-B489-BF87-3514-EA88DD92740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7770658-6F0C-4ECB-F0B7-AB33A2FF040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3E39441-ED68-B16C-9D9A-1B8F616E5555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006CF3C-7D94-AE9A-FB56-84701CAD6C6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9273EAA-430D-F47B-CC86-D307BA67D5C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2E47D74-4DC8-CECE-675E-5326A7DFEB7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7ADBB0-94A3-B826-A500-352DA360C374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38E81C1-4928-2E76-654C-F87D779CB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ABA344-26AF-B4C6-AE55-593F21B53EC7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AA173A-5D3D-D3A8-935F-8C78CE403A98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5098F8C-3F47-7E4A-6047-097313A38D86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B51972B-FADC-CCBD-11B0-8AABD060B6B5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E8FC350-A866-27B8-05F7-FB5CBD72C21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36B4C5B-B60C-52A9-FB12-D1D7BF78F20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18F59DD-0729-B832-229D-3E74EE8A5E1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5799535-D223-C3CE-EAD6-3984230F4393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6B2BC16-AA06-FFD1-2C43-E7BA1E6E8B52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1F3DE7F-11FA-C631-A1CF-484C4CCF28E6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0FBB054-483F-36DA-D03B-30137A0082F6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2A38878-0211-652D-91A0-41D1E559BAB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E83F9D3-085F-3646-96C0-7B46BA53C60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14F2085-E790-3526-9F5B-11110D32AB25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A4DFBCA-D1CE-D7B0-A8DB-669FAA552B1A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14E05F1-3002-5DCB-18C0-6D4164ECC9C9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D82643F-861C-F5BD-BA34-3C1DE77B1848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2C08554-FB66-CCE1-27E8-F9F006D03A46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F4D5280-F672-B8B3-64E6-F36D7AD2EC1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3220BF8-F846-0F64-C9F0-F90B1746CC21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3B5209D-620C-12D9-D287-A788F6892208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684D3382-3CE3-830F-CF7F-17A0D84CBCBE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B39FF42-6E2C-0FB9-EAFF-059C8356D252}"/>
              </a:ext>
            </a:extLst>
          </p:cNvPr>
          <p:cNvSpPr/>
          <p:nvPr/>
        </p:nvSpPr>
        <p:spPr>
          <a:xfrm>
            <a:off x="1584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3D5EA1B-41F2-216E-E9AC-593C30A2A78A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C76036-9021-2FED-9496-B39698AE8835}"/>
              </a:ext>
            </a:extLst>
          </p:cNvPr>
          <p:cNvSpPr/>
          <p:nvPr/>
        </p:nvSpPr>
        <p:spPr>
          <a:xfrm>
            <a:off x="15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68369D5-DFBD-C90E-A459-E71848630B18}"/>
              </a:ext>
            </a:extLst>
          </p:cNvPr>
          <p:cNvSpPr/>
          <p:nvPr/>
        </p:nvSpPr>
        <p:spPr>
          <a:xfrm>
            <a:off x="181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3D8679A-F0F7-FE6A-E5E1-EC4D0C1ABDCC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D3F3B74-2D53-DBDA-459F-63D41913F504}"/>
              </a:ext>
            </a:extLst>
          </p:cNvPr>
          <p:cNvSpPr/>
          <p:nvPr/>
        </p:nvSpPr>
        <p:spPr>
          <a:xfrm>
            <a:off x="163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84B4B3A-96B0-FAB8-048D-64DED2823097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577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01D9-3F08-9A21-A489-F7BE11F8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ED22ACE-B009-1D82-2076-5F58EF02485B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FFB9609-B92B-0B96-C00F-CE4068B777A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2E761E2-F7D0-454B-1F8D-3932B2A6372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5911361-DF4F-7A92-A949-D44F83AED528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BA762BF-DE8F-6AEC-C997-1611C95E5C1E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2FB7171-9015-6B1F-6065-56940BD2C4E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047485F-2B6C-1A7D-E3D8-A2380800A21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680B178-C101-3D29-8DE2-44DB86E4ACA8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B5D410A-DF14-2234-1E97-0C103EC21A96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860EE45-5620-0B3C-9621-E6DA247E1CB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7C035D3-E0D1-590A-D82F-B1F97B4B7CC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828C8753-89F3-9F99-90F9-D4C6064BD6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D9E3973-0FC4-47CE-DD4B-9FB7945F275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8D6802-05A9-99D1-A293-03C0D00E96CF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8336B85-8A15-24C0-5701-7C5DB07B37E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129CB8-8C20-D7D3-968D-62B06BA16AA6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140D3A8-9826-5347-E30C-4791324DE9D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8309689-6E45-77C1-5C82-924DC8343BD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FEA524F-795F-DA27-D4CC-4337088D13C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A78177D-A060-3AFA-C430-20325C4F6ACC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A4A98C2-24F5-391F-F74A-57264D1CC1E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5D9DDDF-B5BF-9823-09BD-225D6684C3B2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BACFA8D-2A76-DDD6-F718-5F11CCE64F86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0F58F5E-09C2-12BD-F58F-E37B64720517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21AF04E-7A31-72F1-C628-14BBEE44A1BF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72B39C0-49D8-378E-A40F-406111A2FDB3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01D8143-61BE-6516-FF47-ACEA95BA5B2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DAA1308-2BAE-B8F3-469C-B7E6169CFAE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0F55D4A-09DB-869D-A6F9-66901E797B2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A586CC8-A8CB-1826-A9D0-0A75198DEAE7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D81871E-92A0-1F65-7E06-4F1ACF281F44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9F6B66F-64D0-7A4F-2AD0-33CD058160B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32720D0-9F2A-B84E-9C77-84781B38C13C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207D67B-884C-711A-88B5-810E19094F2F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3D934AC-AA2E-276D-E6BD-703ED7495251}"/>
              </a:ext>
            </a:extLst>
          </p:cNvPr>
          <p:cNvSpPr/>
          <p:nvPr/>
        </p:nvSpPr>
        <p:spPr>
          <a:xfrm>
            <a:off x="1584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D10975F-243A-ECEE-BADF-07AE126E795B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61E40A1-EE1C-5EA7-E48F-1A62B63D5B0C}"/>
              </a:ext>
            </a:extLst>
          </p:cNvPr>
          <p:cNvSpPr/>
          <p:nvPr/>
        </p:nvSpPr>
        <p:spPr>
          <a:xfrm>
            <a:off x="15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6CF4D0F-7669-68E7-C3FF-008073F63F91}"/>
              </a:ext>
            </a:extLst>
          </p:cNvPr>
          <p:cNvSpPr/>
          <p:nvPr/>
        </p:nvSpPr>
        <p:spPr>
          <a:xfrm>
            <a:off x="181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EFDDA2B-9477-C4DB-E8ED-3B8B2C0D53EB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67F03C9-CE51-31B8-4FBB-80DEE2C5128C}"/>
              </a:ext>
            </a:extLst>
          </p:cNvPr>
          <p:cNvSpPr/>
          <p:nvPr/>
        </p:nvSpPr>
        <p:spPr>
          <a:xfrm>
            <a:off x="163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3B9DFAE-6DF7-C6BE-F072-4685C0FCB427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7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D2EF-141D-A479-AF5C-EC499874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94FA1940-A17B-C897-E92E-4BE1D4CBC9F4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EEBBFC5-1D83-2E17-8E8E-29834D21DFC2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1B17426-CBF7-FA5A-10F4-CAB97C4A2843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DCBE758-1157-1765-CCF7-8953C0D8048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8EC7B5-6064-7109-95BA-98A47C45ACB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781495C-2AD3-9C48-A7BA-E5A25A09E7C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5735336-06D4-F4B3-C357-382729FC0FC1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6FF1A38-CB74-497C-3673-BC7F90CA626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9A7672D-69F0-AB1B-1D46-6287B04727D8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9738A19-6FA0-0EBA-C94C-D6ED781F05B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7D86ADF-C363-E15B-CB75-35E73DCE0CAB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B2B8A5D-C028-F2AD-456F-CF8EBEDBD3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64539F7-9CD2-663C-3A66-76454B49075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E4F4A4D-8E81-DFCB-0D5A-D8509215D690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5CA8292-F6FC-0AAB-F311-9382AE63BA1C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A7AE9BF-5B62-65E9-9E8C-2B16C012084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BA36F4B-AED8-360E-0139-FF0528F7D3D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9AE4E18-8C79-0CD8-5925-B95B5DD4422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9393F76-8FCC-15EA-5BCB-6DF30178373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BD21492-3100-DBD3-39DD-D4A43DBA31D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1C919BF-33BB-C2DF-9DF5-6FD7517189A4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B1D862F-AC2F-440C-6C7A-1DC1DA569103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2B162A1-1C08-32BD-FAF1-FD77D8BED288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01AB26A-DE67-2992-C787-1297606D821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EC26A90-774F-A4F2-678A-3BCB84B9513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6F99AC1-F9E3-4DF7-EC62-B770D35D234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5E07657-1AB1-B291-080B-2AFCD3B8E719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C07EF72-9DAD-77AD-C311-2B092B07090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B62A65D-3337-0B9D-C4B6-03E9C2D0561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8069341-CE14-3E4B-6C48-499A5D51F321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C8D70B-6AF3-7554-314A-56554DD80A9E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3D7016E-1EA8-0211-1046-41E2190CF4E3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6DFD5ED-FDDE-7DE0-0A8B-B9BD606E755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23CFB2B-D738-ECB2-316F-6B879447A991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C1C268E-F83D-720F-1A2E-9C6569E72BCE}"/>
              </a:ext>
            </a:extLst>
          </p:cNvPr>
          <p:cNvSpPr/>
          <p:nvPr/>
        </p:nvSpPr>
        <p:spPr>
          <a:xfrm>
            <a:off x="1584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019283B-2A07-CEF3-2D74-69549AA0C1C7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B6D295D-B281-72E8-8AC2-FFA44DC00293}"/>
              </a:ext>
            </a:extLst>
          </p:cNvPr>
          <p:cNvSpPr/>
          <p:nvPr/>
        </p:nvSpPr>
        <p:spPr>
          <a:xfrm>
            <a:off x="15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F54006D-89EB-8550-1E7E-DFB2254C0865}"/>
              </a:ext>
            </a:extLst>
          </p:cNvPr>
          <p:cNvSpPr/>
          <p:nvPr/>
        </p:nvSpPr>
        <p:spPr>
          <a:xfrm>
            <a:off x="167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F0018B1-A3BD-A851-48C7-5F923A5A5BFB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5034DDB-AE50-592D-AC2B-11A42EF771CF}"/>
              </a:ext>
            </a:extLst>
          </p:cNvPr>
          <p:cNvSpPr/>
          <p:nvPr/>
        </p:nvSpPr>
        <p:spPr>
          <a:xfrm>
            <a:off x="163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DB4A430-CA0B-9AAE-FFB5-C50A9E4FAF85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809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1486-6812-BA01-BCF3-89324625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240E13-91C7-8928-0280-441670983D97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F363204-E59E-7E24-90BC-94DB0BD9330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B29FFBA-C522-8A31-84F7-1119B1DACFE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1F66568-64B3-5C30-2EBC-152DC50DBB2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DB11856-75F5-185B-E6A4-E5C482B060A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4E4AD99-F041-5724-2721-8483C1D0574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6A558B0-A6D4-8EFF-EB64-9022657F6DC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4DD1BC2-0783-B738-B504-E028FB3B4CDC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BE3721-BD78-CA06-BC93-CFF21ACB1F6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64A7C21-8C4E-F176-33AD-A62880B509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06BCC9-20C0-BB33-6F32-5F2DE539050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26EE91B-11A3-B741-77AE-9E1C98139980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F7BA23A-9BAC-8BF1-0421-E6333C050D5D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A52239C-22C4-31A4-5C87-DC0F099EB89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B89C529-811C-A64B-209C-715311F028F0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4142F14-0B09-B1D4-FF01-EBFC8452D28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AB40EC5-B4F3-89DC-5BB6-DB360E3EB84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F196EDA-5435-1F4D-68BD-3D8B2B15CBBD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BA08107-524D-56AF-263F-A894F330A454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099FCC5-62AC-D951-94B2-D684B482905B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E8B847F-D10C-6CD2-2197-707BC39CFC0B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807A6F5-C05A-9EBD-8205-3EC5675FBF1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F1A8401-DBB8-39DF-28CA-FD0744C957D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E3F202F-39A8-903E-5290-431E0B0C9399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97D92E3-EC32-53E4-7702-03E4BDBE3B5A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D8BBFBE-2251-B865-CAC1-A3EF9B9F2B49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4CE7CE9-979A-78C2-2E1C-07B5D416C4D5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9D5EA4B-46FF-29F9-4C33-9572D8ECF31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3D99EF0-B858-8093-4B17-7D22EAEA71B4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431C3F1-C658-5B7B-3457-B4023F10FB49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845756C-CF3F-30EC-6F93-481D5E698037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3A0C9BC-C218-71E6-83C6-5EED296B0DF5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1F70DF4-9548-769E-0E9F-A50DA6586698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D5A75F9-10DE-4CE3-1B4F-B8F949E428ED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BF8CC33-5FA9-C3F9-1C24-8741ED1F3F8B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6C4DA68-7FA2-9141-33EF-DBDCDDA9C5A9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4EA8C39-BF38-6008-21D8-14D799683B79}"/>
              </a:ext>
            </a:extLst>
          </p:cNvPr>
          <p:cNvSpPr/>
          <p:nvPr/>
        </p:nvSpPr>
        <p:spPr>
          <a:xfrm>
            <a:off x="1440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6804B07-1D29-DF34-2459-E17E558D49E3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0224DD0-2FB6-F448-D4BE-D9CAF6078A5F}"/>
              </a:ext>
            </a:extLst>
          </p:cNvPr>
          <p:cNvSpPr/>
          <p:nvPr/>
        </p:nvSpPr>
        <p:spPr>
          <a:xfrm>
            <a:off x="153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A6E204E-7B67-E6FD-270A-305B18CEC57B}"/>
              </a:ext>
            </a:extLst>
          </p:cNvPr>
          <p:cNvSpPr/>
          <p:nvPr/>
        </p:nvSpPr>
        <p:spPr>
          <a:xfrm>
            <a:off x="1494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E4908A8-A50A-0711-C571-C73E1195492A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470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6C04-5AE8-65DB-0679-2EA9F27D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44F4CE09-AACB-9859-E487-3D70DBC7526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E91B406-73AC-F225-80A5-17896361709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D02E15A-8F7D-3977-A604-00E5BC18B57E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E756ACA-DE08-0F78-2698-E72E606B4BB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16941CF-F778-F9A9-B40C-A9F8989AA455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4721E49-33B7-D109-519B-48853D17EA4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5AE0F06-FD3F-5319-F674-6E17E379FCB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5C15FB3-144B-6576-D67A-43B6C72561BB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FF95311-3E62-B6C6-86F8-3A2207656F1F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F136FD87-1F3A-D6D8-44D2-FE0AAD8AD5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2F9BA02-AE3B-29E1-1C70-BAE73704D12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40000E-FE62-31E8-03CA-0830419178BF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5891FA7-9011-3380-EA96-3E4BF3907B18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F91CB13-0C62-0E2E-381B-640CE836923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DAAF202-D7DB-40B5-34E0-623168F996D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4B53656-B1DB-FEDE-8290-AD0381781A6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1D4122-FB24-0BD7-F5E0-428DFF829A6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07427DA-E2CA-F16F-8E50-37BF4AF84142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4C68E58-6799-C97F-1447-6991ED50041A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9090C48-ACA5-D617-2619-6FE63A370B88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54D277B-0F27-0385-0B13-5D647AB701FB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E759E3D-4AFD-2D78-4418-A6A9C8A0DF0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4F73ED14-5F90-4BCA-A3DF-0A02720D02FA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CE814E3-0333-AA84-76FA-6C49F86C72BB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ADA15E2-B237-963F-ED0D-B9A38B79E2DA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02CF37D-6576-32CB-9D6B-3FA1D00CA43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03820EC-B2B2-3003-46F8-960FAC27FBDA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2CC5D1-BD6F-EBBA-A875-C30AD034954D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416A81A-0A97-848E-BD3F-1408490F2776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E5F4266-3E94-7EEC-5536-120E5CB99F89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8A6C7AC-57A1-7FBD-40F1-E1AA0416116D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EDE3AF8-EF92-7500-12E2-D1762F0AD089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937ECEC-8943-F8BC-CDDF-5CF276F0BB55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EBF1906-C3C1-C604-8DBD-C2D4BC047C4C}"/>
              </a:ext>
            </a:extLst>
          </p:cNvPr>
          <p:cNvSpPr/>
          <p:nvPr/>
        </p:nvSpPr>
        <p:spPr>
          <a:xfrm>
            <a:off x="109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A4BEA0F-DC8B-E14D-F21B-0D280956CBC1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98C3EAE-66B8-E589-5BB0-53F1DF85E373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F798BC-D524-BE7E-A22F-B24E90173E41}"/>
              </a:ext>
            </a:extLst>
          </p:cNvPr>
          <p:cNvSpPr/>
          <p:nvPr/>
        </p:nvSpPr>
        <p:spPr>
          <a:xfrm>
            <a:off x="1296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BAF3834-F564-1619-5A97-F8445D8C7E43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1FF052-1FE5-3266-F883-DDC1ADDC2A19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E100B9A-8C64-5586-C3B8-513437204A14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0012CA2-64FD-7360-A8B3-9691667F2AF9}"/>
              </a:ext>
            </a:extLst>
          </p:cNvPr>
          <p:cNvSpPr/>
          <p:nvPr/>
        </p:nvSpPr>
        <p:spPr>
          <a:xfrm>
            <a:off x="120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6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8318-27E3-B439-8B72-73B562DB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4424E04C-E87C-4488-E5F5-FD7772FE378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91CF1EA-2A3B-9DDD-1DFF-F0851D4D9CD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C62AA60-A2DC-0502-1F8C-E2F4F9DB798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615099A-1E97-4FF4-69A1-D29A7EBE327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E1952FE-7ED5-DE53-0914-1D132652CFA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C0826C4-BB29-0E7B-3D4F-2F0672183BE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3EAD301-62D5-C989-053C-6BB0A4805E0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6ECDCE9-C211-5805-5E01-B9C94958695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7662F22-C566-A0FE-C759-98385DB99A60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D887E14-73D8-D92F-1847-AEA2356B9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1734C7E-771E-4BC5-CE1C-9CBA41DC771F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85587F2-4D42-B9B2-8E58-90028EB417ED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0675CE1-96B1-3DF3-32BE-62C26E8ED054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77C0A7C-C159-70FE-2CF0-48E3114A715F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6757679-A3A2-A14B-0B50-B8436D1C54B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9D2D346-6C54-FB9E-B741-AEDDDA6BA7D1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9CB6ED8-20D5-1E50-5860-322C03CD1246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AA56CB3-35EB-4FD6-29A6-E3597CD62DD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77858A2-4580-C161-8C73-2F04ED59D11D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5D9648-225D-EBF6-8E68-BDA7058A90A0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97D438F-C2B2-AF43-9C8F-5B371CB525D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942C40C-C99C-AF76-E9EB-7F22B099D694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D50D2AA-A7B9-E0D5-E746-DB285EFD30CF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532B23E-262F-F473-3E5C-D6C6C7199AA1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DD599B1-3993-3AE2-F1DA-4B7E64A0FF23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725953C-2601-CE6A-EC25-8267F3B7AE7B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1C781E1-F88A-46AA-3865-528069FE6ECB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35568C7-8D55-A912-FFC6-57FBA0F1D2BA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2B92F8C-B1C9-F46A-90E6-18C206BAB9AD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C588276-D7F6-831F-4709-5602B5E8B53B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7205759-D2CF-992B-0E2F-9D05E0B5F11D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74D818-976D-A2D0-09A9-B3C8A797C12B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A838078-6297-B979-DD9D-5D85F31570DD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CD41CEC-8F3C-D22D-97DC-C2DE74264D0E}"/>
              </a:ext>
            </a:extLst>
          </p:cNvPr>
          <p:cNvSpPr/>
          <p:nvPr/>
        </p:nvSpPr>
        <p:spPr>
          <a:xfrm>
            <a:off x="109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1EE9D41-8FD4-4904-B6FE-13B86794136C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5DF0A51-5FEF-61A9-791D-D539C7C70058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03D3C92-3F53-1419-D3F1-5CCDC4112993}"/>
              </a:ext>
            </a:extLst>
          </p:cNvPr>
          <p:cNvSpPr/>
          <p:nvPr/>
        </p:nvSpPr>
        <p:spPr>
          <a:xfrm>
            <a:off x="12960000" y="48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45EDDF9-4A1A-1F3C-4209-9FE6B7F930CD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C4523C9-00A9-26C3-7DE9-CB00B3C4AC7E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E5ED907-33AC-833A-2634-BDD0336AC078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C7A841E-CA08-AD4A-63CD-B55198FB6E64}"/>
              </a:ext>
            </a:extLst>
          </p:cNvPr>
          <p:cNvSpPr/>
          <p:nvPr/>
        </p:nvSpPr>
        <p:spPr>
          <a:xfrm>
            <a:off x="120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4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4BA4-C177-90C8-20B2-281F62A5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BF767ECE-4B89-4202-DD2D-AECA7DF81A6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40A8C0E-5A97-2F8D-0D2B-E52D3A14D4BE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42459BD-0281-3F4C-7DF9-095142828C0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7D627D7-6189-1842-EB23-1C98895CFE4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575148A-2607-661A-E399-C9CACC39324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71A242E-7AF8-5F00-077F-BA6764483DEB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6DFD8D1-014F-C5BE-E554-0CBEA6AF6A95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A583EC-BE90-4BE6-A36A-8B8F29AF79A6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CF100D1-A472-32CD-FAB1-A9834AB2A20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2A83BA0-CAB4-535B-1440-5301FE126A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72E53CD-BA82-B49C-2A26-0C35680020F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5581AD4-5117-15A4-1189-B37E51CFEC6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81FBE3E-6DEE-95A5-BCA6-4663B4D805B8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6CF7EAF-E83A-6992-3BA1-03536A0EF8B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7309DC0-841A-BFB9-7B37-ABA9CA294224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52634A1-5BF0-51CF-9A30-1D8F75D6ED7A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C44C73B-D54C-D247-6499-463BC36552A0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E56222E-1EB0-A2C1-029A-8966C29A6935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FB2B039-2925-5F2A-4945-916DBEECC0A2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3D1998D-E6BC-F639-2F58-D2B702ABC660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9CF9CAA-6AAA-2DEA-7DD7-49AEB915579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B660C63-DE4C-71E4-EF2D-E9686F6FAEF9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4AADA31-FD87-59A1-AD6A-F0B6FEE985D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8F1888F-B004-D747-CD1A-46E9178DFDB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101B168-45BD-12E2-FFC4-43F8CFE6E3DF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2B00AEF-3CB7-EB0D-9B6A-47A6CBBBF076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C2D812B-DE33-5867-6EFD-F43A009642F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ACA2373-A261-651F-B24C-F12EFA289882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8593538-6072-49B0-6A23-8BE80B9F5C09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E481DA5-DC96-1D40-0B15-1BBC2A1C1C12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3FD3EDF-BEAE-4C6B-3BA2-136F57B2993B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C668267-C420-989C-6468-7C0795E4F975}"/>
              </a:ext>
            </a:extLst>
          </p:cNvPr>
          <p:cNvSpPr/>
          <p:nvPr/>
        </p:nvSpPr>
        <p:spPr>
          <a:xfrm>
            <a:off x="1098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C5D7484-1C1C-7BB5-4E6F-624E907AB7F0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665E42C-AE10-02EC-81B7-F751388EF0FB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54FAB4C-146C-FD20-4F67-B5DCCE116582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B861856-6585-E7FC-4A79-8575E8E10B40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91AB423-7FE4-ECD3-6360-25405CCF967A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BDDFCDE-95DC-3E8B-AB6C-6BBEDCFC95D7}"/>
              </a:ext>
            </a:extLst>
          </p:cNvPr>
          <p:cNvSpPr/>
          <p:nvPr/>
        </p:nvSpPr>
        <p:spPr>
          <a:xfrm>
            <a:off x="120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56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6D10F-A99A-1EFA-8DF7-9840F01D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CFA5263B-CA40-FFC3-13D8-6DE4FE20774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2ED69EB-E1CE-5B7C-70C1-5FE5041CA4B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EF1D84B-E971-B0E1-7A09-BD5629C3BE0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4AD6930-0220-952A-2768-17AEFED456D7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0795748-A18A-F0B2-D972-1FB37A8567CA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FFB81A7-E0AA-53AB-7B1C-C6E5011F974E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3BD619F-7554-8DBE-598C-3305179F6379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A1E5825-5E89-B2B4-DCE6-5836950CDCA9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2D5E612-47B3-AFF1-7201-2F54FEDF290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CF8893F-4DA8-73D6-6F8B-27557BF461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2E5E8D8-1B63-AED9-A537-65F2AC03F95E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6B63A38-73C8-F541-D2DF-A4DBC780707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E54C522-36EA-9D47-DE1C-947BB5F38CF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43B14BC-61A5-2229-308D-85A5E7A1404C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BC87C31-5832-0891-8F83-DFE875A9FBF2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9467F0C-76A6-B1C8-6CAC-5286DAFE8190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B40EB6C-AAB8-9A59-A6B5-7A67646D3CAF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F21431E-C463-822B-4FBC-3898553B4469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973C681-9B22-B48A-7F2B-A9D496EDC8E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0DE4937-2924-243E-3EB1-9A735BF4E6D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6C6A078-2B2C-AE99-2AC2-91B4DFF1B15D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3D942B7-2803-8DD7-15CC-43D2CF3DC12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4284AFD-7501-2668-D51B-147D88451DC9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4FBC4FF7-41AF-5EE2-BDBB-0F4C38D47691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D0B764A-2E1E-6057-C9B6-D44DF1BF65B1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AADED38-34BD-46FC-304D-C96DA0AF8148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96535FE-E530-24A8-4396-09A3607B7800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AEDAE3A-8C67-795A-CD60-1B4C0586738D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8D199AC-F879-2536-FD61-54C3139E1DE3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DE5A22D-2674-89A5-9CB6-DA48AA323B9F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533841E-7B3C-3BA5-83E5-5CA750DC92C6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4C673C-23F7-9176-A643-AFBCB6250AB8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4A14F3E-D914-75FF-61FD-9740638BE713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1670F98-5155-C365-808E-CE649D77DD49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88B5D70-9A58-90B3-9FA5-E53CF12F5515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6E1DFF3-500B-28A1-8421-FDD9D90B8109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13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0EE2-93DE-FDB9-D824-276EB248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0F8D3E3-0B84-BE3F-259B-A01EDE8B156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5DB3147-7998-5B1E-231C-076C18D5BA6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C8AC93C-2E32-B66E-3382-ADBE75EFF74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C066FE6-BB75-C60C-B7EC-177BEEA9F2C0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529DF78-4693-C925-7C5B-6B18C94479AA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A75A4E2-932D-C000-31B8-CF25CC41459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BB80158-F256-E907-B246-E53EB3C4B55E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6244B3-AB12-F057-7A51-EE11EC35B82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DFBDBD-0890-BAB0-43C2-6DD7615E646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E70A2E-DF9B-AE5B-ABA9-4CE3FD0A31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20A9D2C-AF7F-5982-1D76-83A576454FB0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FF84DD0-6DF1-EEEF-B7D4-C61D367022B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1B15FF5-B6EF-B411-CD49-4516DD5B14B5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B5A83B0-CD1F-1F5E-E428-D1CA098AFC47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B6BEBF4-0883-CFF2-6B5C-BD7F209F58C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1421707-739F-46E0-77BE-33B0BCBACE15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FFC6E22-AAE2-A1C2-1F05-6A7006937185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57FCFF3-B79A-1A21-2C3C-163C10940987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3A3FF4F-B78D-581F-FF62-47C5C3D00531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A75B27F-70DE-C445-6F23-32A44A08ACE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7CE44D7-32C0-2E46-3952-0A8F99AB40D8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308FE88-7F53-D7B8-61B1-38D5DDFDB4C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6FB01FF-F4A5-A266-E496-150452931E3D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3C598A2-B992-454A-BE57-86D49528B0A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B210E73-CEE2-4D8C-C762-B7E35912EA7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C907C70-C709-B25A-2E7E-8C246C875CBC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1168AAD-9CF4-0C1F-E6EA-57B587392CD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352FB3A-36C0-851D-6011-6F95754F6D28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B59A13A-EB30-B909-1483-2E1E2E03BA1F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F932BB7-A961-EE55-5546-F69F67FB0C74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0F20622-5FF1-EB09-EF9D-3B2E439C1094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F6844ED-970A-23E5-152C-1F24FB7123B8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E4C8B19-7745-8C34-7534-3BED44F86502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28FA9B-458C-8E04-4EFE-301D13F233EB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C77ADDC-C3AA-55EC-2527-A623538C4000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FE08E36-D8ED-90D0-EC8B-A8E007A00BA1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719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8557E-1D17-B625-2775-F5F285AF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E5519424-5DA8-7B9C-B026-9DB0A4EAC46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C88F108-3549-312F-8A79-A95688DC48B0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F9DD4EE-B70B-5CC2-0387-158C07E174D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CB84139-C06C-A213-EE0A-5FB8285BB335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AA8940E-4AEE-38EA-B4AE-7272DF5C584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DBBD35-68A2-3EA0-9984-9D5ED3C7F6E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B684A0D-B627-2517-2511-9C0BC7CDC881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E802D7C-4763-476E-4304-C73BFF64B17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6F348F-55A8-8178-4AAD-699679EC903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074AF37-572B-A552-365C-469D219D9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E20057-523B-4F7B-D594-BBE70BDEE2FA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6EDF71D-9D0F-060C-3F0B-B228BB37EE3D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E5BDD79-6EC6-1634-D435-08D91B1F19A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2F22A09-AF1C-3F29-FBC3-F3F59CC1919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09F43FF-F323-EE67-8AAF-FD8ACF17212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2F523AF-7EA9-8CC7-9867-DCD8F785D4C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04A1206-577C-31FE-383E-D527125880E7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1441294-E0AE-D657-4A56-B053792443F2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882E930-9E22-5F40-AF14-5FEF90965C6D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41BD6E8-F485-5EE3-4876-E561B7FD921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55DF88B-A31A-A5B7-7943-73E9B4354B8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0141242-EA6C-9B6E-F367-D437182CB42F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E217624-2FF0-B035-678C-8E80D4EC028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C69D778-FEC7-6F0F-D085-C7DEC42DF084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C5181A9-A24A-B7F7-0817-E2776846B1C2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296CA01-2726-10CE-006F-474FB9507223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9C91E62-6197-D8AF-01C1-5E2CF5860D6B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0A3EC41-D153-2F53-6597-AD3657CFF730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2702234-C8D9-04AB-2936-8ABC6B16E774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C54C31C-E15B-2078-5D64-F7A9B614095D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5C1D9C2-4EA0-E201-8C21-7D9A58969149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7FAA06E-C967-7D89-20B7-BAEC1F84A975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279E65-7856-7CBD-3C2A-E9361F625206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C5F8041-C020-E673-EAC6-B08956814FFB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30B26D1-EB23-179A-E306-58AF719C2A96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6038FE3-06AA-A739-991C-5363CDFDC805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497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45B1-68D4-3ED5-EE59-EA3FAA5A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3BB312C0-1A75-0754-306E-E689F9482EF1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1AF76-E644-6551-4D38-6F8682EF5793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A7C151E-D624-C104-32DF-1EA33F8A03D0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9783AA6-9A14-8722-B2AC-C6770E31CD7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4B21FC2-E2E5-6503-9CD8-FCB83F417B8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0FB2E8D-F5BE-4220-1302-24C14616CEAB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D84C8E0-2C64-B125-E4B3-4E1990128D25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2C74236-F863-F66D-681E-BFE8DBDFB70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9297E99-F315-8650-DE34-4FEBC76A5BA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45C8409-924C-812B-048B-E2306DAC4A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4DDBE9-02AE-3477-039D-9EB127641C04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6FF0DF2-9559-644B-F71B-F88C6A0D431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DE23A76-09D7-C91D-511E-69485E501B8A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D12BEC4-4C11-53AB-E15E-94D8CE4714E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EB988DF-318E-9BE7-7D28-D3B7D4A25DC6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5C00B90-1986-22E0-F0B8-ED3A6DDA52B3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AA7F194-E464-165A-288C-9C9CA8093F3A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CA454CE-6727-0BA4-F98C-9EE2664CB988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4236932-1A94-C888-A9B6-74688B6F14D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281D3DA-E110-1BD8-3B64-FB8093B7697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25F7020-71D2-EF87-C974-B4DEE3AF7B07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53316A4-A08D-E0D7-63B1-48F1F0BA44DF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7DA9324-036C-F410-74CD-165A0D27B7B7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88AFBA3-F34B-F19C-8D80-017F4795CF2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795B39C-D65B-5EDF-B24E-0A813F75488C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6BD668F-EE2C-7B95-062D-0E524959836D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92BE529-EDED-55F7-E984-32B72F460C7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2E98B48-2A36-01E6-084D-E7671418E330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D1D521C-EA0D-55A5-FB73-15E849B2FEB1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4C0157C-4803-BE6B-983A-CAED14F6833E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3DD2CC3-3659-8EAF-F51E-E3EB345A9335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11D6BF4-E3A6-311D-0500-CCBE14C29FF4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FB8B25E-58B8-9504-C2BC-4B1FB8C45A84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FA40D28-4884-4865-D3F6-C2413883F86F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ED392E3-7253-F074-653B-D37832CBF712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361410D-00D4-A1CC-671E-AA8AFEFC4CAD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61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7196-BCAA-2DC4-C0DE-EA3ECA36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79206702-C629-3283-9B45-6FE80282FBCE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40FF394-F849-B2CE-74A4-6B7B88A4BFC8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8967D38-EE42-59FD-2609-67C86E199BC2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17CB568-9DDD-8692-654B-37B7B9DA012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B74FF8A-58E7-3B14-2285-D25537FB9924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DCC231B-76EB-56C2-3010-3196CBD57DDB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4BB4A1C-D25E-791C-36EB-27A49501C15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3B3F8C5-F583-7CAB-B762-2EAFE12772F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9A80163-12B5-0171-1A8A-5D23BF524CE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E8F5EB0-2668-1F73-FD3B-6E187A319409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9E4F013-9796-0F5D-BC13-277651E25605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D88DE55-8861-52DB-E4F4-E6EAC4FD3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BA8F2C5-D870-5147-163D-481DC723CA47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DAD7220-7246-9AB7-F328-304C5D15B2B6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52C39F5-4005-D9CB-5B68-641FFD9DFCE0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404C7F4-F275-639B-AE20-61446241CD39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A88842B-32F3-F1E1-DCA1-51893F355D26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044DF56-5882-49EC-21BA-4B5CB250EAF2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7015415-6AFB-5BCF-B7CD-5CDA4357C77A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F561F13-8A87-C86A-2C86-69460765C9A3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5A0548E-AB15-0247-F6F1-A05871195BD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5270AE-07BC-0ECE-D603-8AFE9DA927F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F440FFE-76AF-DBAE-CC08-94E465462F82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D41FEB45-D329-DAD1-255B-995D3AE88C9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DC2A1C0-3313-BAF3-1489-E60E051575EA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718857B-4C7D-4EE5-78F9-2442E5333937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BA87E86-4C92-71DA-8E47-0B61D13DCAC7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E5082EF-2B7B-E94B-927F-422DDC4E668D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859C10D-4AEA-15FF-E98F-80006A254988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27E5485C-D277-A1DD-39BE-C72290933E7A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0BEE7C3-91C8-94A9-F035-D71176EDC8A5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ACF7B43-834D-24F4-38B3-B4C026B34AB3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6C5DC45-55FB-3213-33C0-874C27F337B0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1937F74-34CF-BD33-926D-DD82E7F0D321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7123DD7-A4FD-2808-A601-C6E99E4533C9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ADFBD51-26C8-5102-986B-9749FDD0BB56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55B4872-12F8-46B1-FA5D-C2B822B0C6A7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697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198D6-2AA4-9E7B-626D-C9A7A186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FCE10531-7903-56F0-9FC4-B0673B15FE4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5BBBCAA-F64D-74F2-EFA4-A3A77076B0D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F0A5798-DEC2-F75C-80EC-8C1B564B916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0981FD3-B3DD-7821-8767-A1E182FC920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1DC9FBE-0EBB-A548-CB8C-E9998CB8817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5AA9381-5A5F-C581-581F-D17DA1865476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AFD5558-DC07-BBC5-CBC8-C34F0E7E940B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D0ABCA2-3573-5018-7C3B-22D640159020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2F26131-1D79-60D9-FEB7-7F714825A7AC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61F01F9-53FE-9C78-6BF8-50E33136A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A6F566E-DDC5-A95E-A231-EE14D4A77BC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93B9AFB-C7D1-4504-F00A-8932A5E6C81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A44E0E0-8317-119A-2CFB-A2A1D42F1CF9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AE85D47-5D19-BFFA-7730-EF6C7F304DD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4ED8B6D-8F9D-77F6-759D-95607EB58196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A76E8E9-F508-F2BA-F4AE-970DB4DD4E6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08F7AF0-B56D-247F-55CB-18840971D7D4}"/>
              </a:ext>
            </a:extLst>
          </p:cNvPr>
          <p:cNvSpPr/>
          <p:nvPr/>
        </p:nvSpPr>
        <p:spPr>
          <a:xfrm>
            <a:off x="1656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1EF3BA1-443D-2515-1AE6-56157DE1496A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7331090-C2DB-21A6-24B2-C12F4E0D4668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98DA4C6-93D8-EC92-E1DC-56E14513458C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BEB1D1E-5749-3F0A-8D16-8949173F6CF3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9785B33-B5AE-EB63-13DA-776826FF0231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A62F657-3491-141D-7C54-26948C462FBA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8D6DF35-8182-067A-973C-835B5B8D44E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CC0DD18-600F-8CEB-2AB3-EB8EDE22081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92C79A2-384E-2C80-61A2-5305B25F466B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155B597-ED6B-CA2D-80CD-FDE81D2F2B7E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33AB794-1E7A-2DAE-B11A-2C34EE15ABB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567F560-6F08-9BC3-738E-A90F2C7DAC88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C9EFAAA-4BB2-310C-D45A-18BD4D9BE63D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5C1221D-47AA-8DBC-9C88-17B008E1C4F9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DED858D-8992-59A0-E387-CD82E7FDFFFA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0F565A9-30D4-0919-AB10-A0C08846A877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AA256A-6F6F-5BEE-8F1A-B83688173876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0102B05-A621-0744-B1EB-42E781CC2E14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4543E3D-CA8D-98A7-B1F9-B3039331FDC7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32B5E3-C6E2-FA20-13EF-44AEA5034CA2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068C890-080E-454B-7CD6-F12A04BF1B7F}"/>
              </a:ext>
            </a:extLst>
          </p:cNvPr>
          <p:cNvSpPr/>
          <p:nvPr/>
        </p:nvSpPr>
        <p:spPr>
          <a:xfrm>
            <a:off x="160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65F1E5F-AD42-A886-C29C-62FAA2E16AEA}"/>
              </a:ext>
            </a:extLst>
          </p:cNvPr>
          <p:cNvSpPr/>
          <p:nvPr/>
        </p:nvSpPr>
        <p:spPr>
          <a:xfrm>
            <a:off x="18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295F44-9009-F947-B0A0-68CA12D7E694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B90E3DF-20E0-23ED-526F-3411B759666F}"/>
              </a:ext>
            </a:extLst>
          </p:cNvPr>
          <p:cNvSpPr/>
          <p:nvPr/>
        </p:nvSpPr>
        <p:spPr>
          <a:xfrm>
            <a:off x="17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28F22FD-E201-4B60-28D0-D51E44077FEB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42EC237-A2DB-C813-08A8-D06741341D23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19877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1C95-4879-8EE1-2E90-6FA58AB2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C78C1B28-C90C-5C9C-043E-26A126CBD37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737C821-28E7-A898-F921-C2F949F1E051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335A243-AD6E-21A3-1390-AFA1B7308DC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41770BD-F287-E767-D9D7-70642265481C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B83AC45-792A-0FB7-E191-73D144DC8EE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884A10A-AF1E-CFBF-F27A-F5170805ADD5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914D466-D109-5059-8323-AF6DF483BE78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9892B59-2C87-8DA3-1726-BC199C41765A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A5F77DA-EBA5-8F99-ED39-8FEAD5643E6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9C06900-F37F-7EBE-3FFB-D23C7514A8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C61998-4615-B2E1-BAB5-3990E5EB5459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FFAA6B8-F6C9-0673-463B-94A4FC605B7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70A589D-E8F2-EB03-BF0D-7D43610B51F1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C5A2897-E577-CE26-471F-4C9E5B250D88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C7752E9-44DD-3E79-DF84-D67791A72252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FACEE84-466B-B572-491E-D941ED6C8FAB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10625AF-1AF4-0B13-9471-4316DFB3EEFF}"/>
              </a:ext>
            </a:extLst>
          </p:cNvPr>
          <p:cNvSpPr/>
          <p:nvPr/>
        </p:nvSpPr>
        <p:spPr>
          <a:xfrm>
            <a:off x="1656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4EBE4C3-6C84-8170-43BD-0C7DAADD4580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1899CEE-8EBC-06C3-57A5-8E0B8C5955F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42206AE-C086-2876-7551-39185EC6A89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901EAFC-7442-CD48-9C06-D1E9DC6E589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E64EB2C-B48A-06FB-F98E-EDB56114B750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B0353F6-1F2F-62A1-CA5B-71A5F4EC7A3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2FD214A-D3D0-92E7-5EC1-A3F70ECF9DAE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CE8E910-A9B8-8AA6-EC75-3A343A147B66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4214F13-7B82-FE92-D58C-7035D54F4640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E62F9BB-DE13-8BD6-C902-C9E3814555BD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DEF6CAA-77D3-93D8-4B8D-08014BA1CF2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622B882-419A-9E9C-75CD-202B1EBA085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EB77080-1888-FA21-FD14-177A668C8FB6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65D0EC8-6FEE-38F0-896E-2373AB924818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9A410D5-C290-10C7-FEBB-28E172A955D8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648E8C-698C-4A06-62EB-29E0F072692F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2806C61-B59B-32D2-1241-5B3E668F1F08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343EA4C-E655-29D0-435A-1F9E5E59EFD7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8CFF1FB-A218-EE6C-E099-EF941BFB578F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2C916ED-8323-320C-F90E-552BB58F91E1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765A121-29CB-430F-9B02-BFD42FA28A24}"/>
              </a:ext>
            </a:extLst>
          </p:cNvPr>
          <p:cNvSpPr/>
          <p:nvPr/>
        </p:nvSpPr>
        <p:spPr>
          <a:xfrm>
            <a:off x="160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1FB9A7A-A8F7-ABF8-8CD0-12198FABE715}"/>
              </a:ext>
            </a:extLst>
          </p:cNvPr>
          <p:cNvSpPr/>
          <p:nvPr/>
        </p:nvSpPr>
        <p:spPr>
          <a:xfrm>
            <a:off x="18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8CB228-A502-4D3E-C212-536A09A033C4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B07CC76-C49C-E177-A90F-FBAB107A4A53}"/>
              </a:ext>
            </a:extLst>
          </p:cNvPr>
          <p:cNvSpPr/>
          <p:nvPr/>
        </p:nvSpPr>
        <p:spPr>
          <a:xfrm>
            <a:off x="17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AEC6832-D290-FB5E-F090-8029C568002D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66F7C1E-8AF3-71CD-DF48-A1F832834392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4088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7A4A-EE4C-6B95-DB6C-8B449D79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CB686243-7F85-043F-3364-AA208BB3D423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0942BE6-DAB0-423D-961F-AB510825258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F902D8C-A150-6562-AEA0-73C72338DA6F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C0CCF24-7942-87F5-4D4B-8F6623B93B3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3597B9D-4ADF-7866-F019-499EC52B619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DFF1F8-E61A-7C1B-6749-F0A0BAC8A97B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39FFAA2-9D05-9B93-E0DB-3CFAB5909218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07481A5-B5CF-456D-D717-10BB5397BDB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37B892-A9B5-7858-30C6-A8DF127B93AF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7C53C0AE-47B6-F306-F07B-884E7D3CD7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EDC3D24-8BC1-E2BE-D730-A48EDDA90B5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3E575CE-0A31-BB04-B108-0692D1D9F2D2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EBC174E-A5CA-C896-9573-611F41C11EC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65BAAC6-EB05-B916-24D6-CBCF9AE5E503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D856966-18E1-2205-4B0A-802796ECCA2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3CCB0C2-2E2E-49F4-5E30-F2EF4C637B31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1D4717-B630-8816-7D37-72FC836D94D1}"/>
              </a:ext>
            </a:extLst>
          </p:cNvPr>
          <p:cNvSpPr/>
          <p:nvPr/>
        </p:nvSpPr>
        <p:spPr>
          <a:xfrm>
            <a:off x="1656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8C5DE9C-CDDE-7583-9772-3BBB6922CC06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98291D6-A76B-259E-0749-CBEF438A1E45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194AA16-C389-8C33-6611-808C87B3475C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65995B8-0F4E-6AEF-D053-14E2F98A8597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62FE9E1-3435-8ED4-76F2-618925B8C055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F55D209-6356-5F27-E747-2359A14255C0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B9A25A1-436C-39DB-2D1C-178852DF7334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F344F73-C03F-8242-CF79-B2E94470E157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D0D59B5-91F2-C4DE-2EF0-ECE5D1F473D2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F9149F6-8BF8-A1BB-B3DE-323FAB39066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0CAAB6A-7CC2-F3B6-1C6D-9326BA0548E2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FAA17D7-7E60-85EA-D488-3FFC7819458F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EFD9F61-7645-DD1E-E081-9B9CAF8A0974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D4732E5-1AAE-8419-AA4D-5A4CE45DFDE2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69EFDC7-0B40-47FB-E18B-477F30FF6186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BBFF7AD-CF9E-9E9B-10DD-32601C9FDD98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A34ACB7-9735-6666-6866-67704F5E4B52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02795B1-1D3B-735C-5AE0-E92DDD9AA471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BE5D7E-A694-F19A-08AB-DCEEB1D2C504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34CF235-0AD1-DD9B-0F06-9F126AA0F00D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18740F-15E2-4050-5561-8E25FE300C33}"/>
              </a:ext>
            </a:extLst>
          </p:cNvPr>
          <p:cNvSpPr/>
          <p:nvPr/>
        </p:nvSpPr>
        <p:spPr>
          <a:xfrm>
            <a:off x="1602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6D14E6-12AE-55FA-5A5E-AD90AACCBD97}"/>
              </a:ext>
            </a:extLst>
          </p:cNvPr>
          <p:cNvSpPr/>
          <p:nvPr/>
        </p:nvSpPr>
        <p:spPr>
          <a:xfrm>
            <a:off x="181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381930F-C52B-CC5B-CEF2-9B78E51C8053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8F86BF6-F4B4-CA9D-250B-04647C73C7E7}"/>
              </a:ext>
            </a:extLst>
          </p:cNvPr>
          <p:cNvSpPr/>
          <p:nvPr/>
        </p:nvSpPr>
        <p:spPr>
          <a:xfrm>
            <a:off x="171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EA50AB4-5653-1468-ABBA-AA76A69D288F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62C800B-40EA-1317-B5A8-B46D5BD7BE7F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2779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C94C-F021-4A17-415F-03209A94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2EF06DB-A1C3-7F7F-BA07-1740C67F7DD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62FC833-A94F-BB59-E6EF-0989165B8841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04DE8C7-A37F-A503-2A9F-8A2E7A9B10A1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A5C24A1-3AB1-4F26-F753-EC09D12C947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5DF39BA-5834-D5A9-B96A-2B9F1DE77769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0C6BF71-7045-F903-DFAD-F7A8F7C0621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37D1B73-1113-3C56-9D8C-07D09A6D6991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D2E451A-219B-76CD-28D0-AF65C536B478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D72E1B0-B019-9D55-F161-E26A4405057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2679F3C-FAD5-D55F-E27E-5FEC06199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2553F81-FAD4-C2D0-AB52-E0939511C842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A91470E-64F6-350A-E686-C19E1EF3792B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2522841-15D6-6C52-A426-7CD1C0815038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52B9C36-551C-F119-AB4D-6854E7400272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F911DE6-800C-024A-1751-9EC3304526A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7413166-CDC7-3B1E-EC2F-F7F7B7EEDF9A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15D416C-218F-26B3-91D5-D35F95AEFBC0}"/>
              </a:ext>
            </a:extLst>
          </p:cNvPr>
          <p:cNvSpPr/>
          <p:nvPr/>
        </p:nvSpPr>
        <p:spPr>
          <a:xfrm>
            <a:off x="1584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CC48D92-75FC-6A85-1C58-72E1580A32E3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C67F9BA-15A6-FA39-DFB2-088A9FADE314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F96F69A-37D0-9097-D13B-EA2F49F4228D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450D6FE-F3C6-1B8C-2636-35F4F6440B0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9836E16-B6C4-29E6-B3B6-8980E42B7A90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A3E8998-C743-3EED-B6AF-062C66569D37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6D3FE06-E7B6-3D45-8C5F-8013DB5BFF1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E6B7D5E-B635-6C5F-4338-7EA006A612DA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B1DDD89-99B9-9846-0447-2B893ADB2427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F860AF2-2458-3356-340A-3CE5D25ED6A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48D2ACD-9E10-6373-9C8E-0A082CD8926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C26943B-6CA8-50DC-5946-C3051BA3CB28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81D10B2-E022-CEB7-9398-2AE43A564EE3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50B064C-1DE5-01F4-1472-73015D4CA0C9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6D87838-1E91-F1AA-8665-4DE9991E5742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3C591C2-B231-97F7-1C0D-0450E664572D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0C23213-9AAA-0B14-3D91-2461F1B7411D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73212BA-2572-C304-A0C4-34965FDE0B74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A1F94CF-7B21-D4BA-9DF2-97F17A6C897A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EE591A-DF34-F20B-31C8-865B5AC3634C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1AB71A-AC45-1646-64B3-3F0E89BA2672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DED0824-4819-2509-1DCD-BA7377A5B045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7C1635E-4545-D8C9-4AC4-ECD43BCE2FF9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225D063-906C-A66C-7EA7-41118EC7569E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6FC6645-2042-2CC4-6A58-2711D0E852A6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3F05417-543F-4106-C15D-568D463A3DEC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3273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1D81-1746-618D-67B5-0E8991A4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D47FE08F-9BBB-DCF7-7206-AF9CD2767AB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521F47E-6500-3245-D540-40611B206BFE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A4B300A-4565-84DA-08E8-3C50CB1137F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4DB78C7-6480-8949-B9C0-F567A33A278E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5056FCB-AC34-7A32-9A43-3ADB444C363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A3470FF-2B59-5F0E-96CE-13B0042A2C93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E64DCEE-2F9F-815B-2D12-20E303640489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34E02D-E873-3748-0ED9-1CFDDC80476B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5E1BFD7-13D4-89D6-413B-5F5E10C0486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1CE7FD9-C694-3971-BDAD-949DC1C5E3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5AFA15-8AC3-5588-9369-F2EC7A84114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BC85C7-448D-0D9E-4978-381F75DD3A1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D05582D-89D6-7AD5-EB3B-E268BF8F5C9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960B0EC-659A-3FDE-A111-73E998A8A4D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8E6253-FC6B-CAB9-7B60-E2FD06171F10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701D251-7FDD-4D9F-35C1-0DDE31775EBA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3976B22-3CA9-7544-33E4-64AB46EFE562}"/>
              </a:ext>
            </a:extLst>
          </p:cNvPr>
          <p:cNvSpPr/>
          <p:nvPr/>
        </p:nvSpPr>
        <p:spPr>
          <a:xfrm>
            <a:off x="15840000" y="66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8194936-98B5-65A3-60E2-4644D7CA20C3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B848FD1-E106-57F5-7AF6-8546CC5F2A5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F2DCCC5-EF11-E892-BAF5-BD975397BA6C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4C29CD7-EFB0-30D1-B65F-115B402862A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7027EAE-4277-4661-B994-82C9E60E5E94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349DF02-9C6F-1E2D-E8EE-50E6DAE2C2D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5030EF2-2764-9431-B26B-079559D6C0D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199E2EE-D711-EE8A-8407-D9B20B20AE1B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42877C-2102-A1D0-B3BE-2C04EC594398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8EBEA10-EC8D-87B1-9FA9-C957A145C69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CB74E91-72B8-914C-64AF-BF5429D0DB53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B7D6C980-B551-DB98-1A19-49D0CD9482D9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CEF7965-9036-E76D-6A43-54EDDF3BA889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8330CA6-4314-733A-9E0F-46E95347B04A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EBC5C48-AAE3-CD2F-C96D-B0BA125F806B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B717410-E9A3-A16D-DF7D-753D105061F7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7AAD0BE-62AB-0D00-D81E-130DC60DD050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88C70E2-0307-A041-F78B-8390C9C5F7E9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440420-F8E4-6D72-758A-DD75A4CE02E5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46E63B-DB6A-EEEE-3480-420DA177600B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A13132A-F123-8AB8-F2EA-8B4669E410C3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A2DDB6A-0C33-2EB0-E1CC-C64840B9E27F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CA73D55-2AB5-C9F6-F694-E9493AF4124D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2D3B354-DA77-3DD7-F3AA-CC733A921F3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1FF95E6-83AD-0A3F-0B5C-284438379670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453658A-1F21-DE5C-9277-2D3F76D5B23A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86758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1002B-08A6-66F0-58F1-2EAA9B51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4C9BC134-90B9-7F2B-2626-B1901B7A960B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3E6E0B5-B9CC-1A9F-6E5C-A98C8991EF48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8A14E2D-EC82-FC01-4FF0-46C80DC66C18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0543F23-3ABF-2423-11B7-CA281F568A2B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9A03BE9-FF99-3A86-1B09-767A815F72B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2C9AB74-F1C0-75AE-171C-7B784FBCFA21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C413F73-1D73-FF71-9555-B0E2109449E6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9DC7872-5523-2DC7-BC47-F6C638A3093C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2B17B52-8CE1-C0B2-A5C0-58F6F9B99D2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B823DBD-C397-70DC-6BFC-9B29BADFE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B4523BE-E4D8-983E-0767-8A1964A2746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F0BA9DD-8CF0-468D-496C-21D2BB9322CE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DEEB3C3-D235-CA57-3E0A-EC26419CBF61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0ABFC10-AA19-5484-8260-411E46CC573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F754900-7801-D955-B127-715E46BD5C44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5E38EBD-E32B-8522-41D4-598C256E6BA3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5CED038-2B73-7642-D1CA-D4BBAAEB942C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0092016-4184-C2E4-EBC8-D2543BA3DA04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11CBE47-F8F7-0EA0-55A2-E94B86CFB0D0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67E8439-DB6E-F64E-B4D8-B2CA2A02ADC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C5EB05A-D35A-2FB6-AF1B-857C6B2A0742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9CED5EE-1A46-5940-391F-531E463FEC0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61FF992-A896-62A4-5CC6-4DB7D73B0DDE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E7AFB66-BE72-888E-960B-3967C15C2E5C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1FC53F-E28A-FB24-A34C-725DFA796393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E2CC036-7C48-E532-E70E-A65B9C7FA98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CD2B487-8C95-547A-0EEB-EE3E18B9E3A4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B6E7B2BA-2097-2F72-5B46-1558CA856922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7E152B-610B-7957-5EA9-E568CF7A182C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7161B34-9DF3-D058-A3A3-3C04E2CCCBD9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E5BE52B-7E0E-8F29-EBFA-2CB66842C6E3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B62D782-1465-BB1B-05ED-9F8501F0BF1E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30D2594-C97E-85DD-56B5-BF7785C80940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515095E-6FDE-09E0-6293-24F25DCABC42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59DDA57-3017-6CC6-C4D4-6EE2FC712194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AC420CE-7AC9-7D80-11F1-77231DA2D68E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BD7F83E-0E29-4B15-F8F0-DA4A0009E6FD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FBDE9BB-ECFA-87AD-BE88-97891B6845A5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C78E36E-DB3D-4902-2BBE-8F1493BE09D3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3C0BFF7-F822-812E-EA84-5BF1D293E86E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15756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BACE-C455-4C2E-73FA-3232F1A4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48D756E2-D921-1FA5-E9F5-B2A1BB84C033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7CA624B-306A-7DB1-546D-E14ADBEFD7CC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6C594E4-1E99-4FC3-40C6-770F0B8CDF33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300DE59-FEA7-8040-DA11-DAA61491CDE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842B95B-F132-3FBF-74E9-8329E67EEE2B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DCCAA8A-F637-90A3-A5DC-548DA8125D3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63FC973-826A-A295-5A51-DF216A0605A5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44EC169-45A1-708C-37BD-8EA1D0FAB8B3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E9FAEA-C13A-86F3-4C35-0074A6454520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16ADE3-A89B-C8A7-690D-446A26966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673A8A-5887-EF9D-C7CD-F9BCA0FF7014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CE08C91-89F2-DB13-58BA-7682D524B72F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88E272B-76FC-ABF8-29AC-33D05111EC3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765DAFF-E8C2-0BE9-5FF7-FF3655D11D8F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6EAEF90-FDED-9C57-6AD0-77A9A3AC5CB8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7EBA390-E0AF-35DE-C0C8-AFA04438F13D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420BD4F-86FA-2FBA-D3CE-8545DCFD2D3F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1E24BBC-ACC3-D925-236F-8DD28525A50D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64D22C4-8CB5-B685-BB05-36DD1DD9374A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0B87093-C8FD-DEB3-9A1D-8DD93E218633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AD976EF-889D-30EF-CCDB-612C52DE025B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E9EF311-EF17-87B2-E684-512DB302825D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3AC147E-65D3-85D5-E831-C192F027759D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CF33929-FDF1-3BB2-D6E0-D510D51A6174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A1743CF-AF54-EE2C-B777-F429162034EB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1B3B315-2502-2208-063A-7CFB14F15A6C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4293EDA0-2EC7-D2DF-49EA-0AF3A66F017A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423A671-A8B0-C92F-EC2A-E79FEED7D52E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3D64F8F-577C-8081-C5DC-23196F7A47BC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9AEEC1-B5E6-D0AF-40F5-7D608F15B8D6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C664D93-4F66-41AF-FF06-13DCC455F42D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CF48338-20F6-CEE5-34D3-96F47FAECF49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C912FE6-3FFE-41A2-A2E8-C62014B1B2CF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B170AA6-FAC9-3350-89F9-8BA9DC173915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0AAC00-9760-8CDD-D4CE-3C984B58D554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AC1A3C0-B133-1DD4-8599-0843B35D6437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2ADB7A3-FBBD-1818-9A9B-0D8EED6D7D7F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439DE25-7885-39A2-7535-ADC1713A162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94935F9-4C03-6FDF-1961-0552F1C419E8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45DDFE1-F364-39E5-6528-B0651AC06F21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5313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7703-3843-8BEC-DA56-2C28CA0E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B342692A-3552-83F7-0A54-6B15E1BFA7ED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D432264-4F7E-7C1C-8549-DB2C5D269AF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1496E26-C236-C615-BD0A-59EC37E68E8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1371761-DA57-2248-2EEE-02388E71C212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9B3D8DE-C4D9-E347-9A2B-4510DDF20A8B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239EB7F-662D-5F1B-B200-8125BCD90D67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C8CC4E6-E042-8DB9-8544-965F885892E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C2AA48A-DCB1-2724-5BED-55B276905946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190A9FB-0A55-8B0B-09CA-E29AD541298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1E6311C-94E9-263F-085A-6DD50E934F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2C2D25-64EE-6F75-FB85-3DCD2221C1FC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05F1C56-60B3-AF23-240E-80D6135B88CA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8529626-E94A-E0A6-C2EC-A7AD0E23D27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A2B59A7-3636-A638-40A9-DBF83EDC4FA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17CE144-52A7-8394-3D29-80B3D9D1862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1034E12-D0C9-B8A5-3ACC-0F01044F337A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AF619B3-D2ED-4151-2DC2-F3A49174E10D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5FB28FD-2AAD-67E3-A615-B9F7FD3723A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A00D06A-5B1F-3577-964A-8E8BA4FB393B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E294586-E7E1-B4CD-55EA-EA7CBC3989F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9C2D39E-F75A-B1E9-1374-ED9A2953B1B2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0C9AA59-7489-82F3-A447-7B3D4A414DDD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5E6DBAD-C5EF-50E3-E62E-589AF786D106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0AD6720-1015-D686-0586-D0AFBA66910F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03ECE5A-6871-BA36-2ACE-85D416226C2F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58D6E3B-DF98-4EE5-F9B0-24A0540E70C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BB51265-C43A-313B-4693-717D3447C24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E2DAAC8-887D-DB13-6A5C-6B53122B20DE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CF778F3-42A1-E4D6-7B62-6458C64A3AD4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DB935A2-5DA2-BB52-B4ED-B461B6DFBBAF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15019F8-AC73-6767-91CD-FFA1EBF7D69C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FB30F5B-0A09-DDCE-331E-6BEDC30C5B6E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EF5C90D-9396-1122-93FB-A0BCCD0ED6D9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804A5F9-785C-5597-6F31-1D48454A992F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6C2090B-45FA-3006-E00D-3431CB7FE625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F84DA66-C1D3-7229-B61C-4990EFBEA108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C44900D-5853-271F-F2E8-17EE95C5115C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F346A30-297A-46E8-94C5-7E9E5CDF87CB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A79227B-7F31-B88C-A181-BAD2228E50C2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F8C2927-9B1E-DBC3-0ACA-DAF965B3E853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677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E89B-707F-72BB-742A-341388DC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D8B72BDB-937C-5D40-6BE5-D6A3CE069F6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44BD9B1-A677-AB0A-1090-BCAB298EEE7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355D83C-024F-D5E4-FC11-3DD18168958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E25FA39-2376-D992-D385-2142103238B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19B674-6A38-99B9-F146-3CAAE39B94ED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0290FA0-D2BE-A365-B9CE-4DAE8893F1E3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D177C92-4AEF-BB96-B1E6-81F2DDA2D4E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C4300B-8176-3C80-7517-0C8A0D3A5C6E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1E4DD11-50CF-99AA-9321-75DB4F9DE64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4C299C5-3DA7-6650-2FA2-D316A014E2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CC6D09B-A697-393C-2192-A37B155B0538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F912F85-EDB6-46AF-1D30-D2EA2461EB51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09178E8-793E-C8F4-43CA-AF020C1C3BBF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2C3809-25C5-AC22-B40A-B0133EC4E05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47B3DB5-394F-E68F-4C10-B4C7AA7EF13B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8C29414-FF13-2E0B-1C2C-811EE7168A0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2836130-507B-ABAF-7EDB-4D789A4063DA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2A52823-3144-2D03-84F3-13E48E0551B4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5E67620-02CD-A3A2-B8B4-B7F14D9BD4E1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3656656F-F82D-6A83-B0DE-8928060C802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05F90E5-8AE7-0EAD-EFC4-48C4DB989E2D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7D5A9EE-95B9-BCF3-2DD3-734AE3A5C55D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599A779-4ED9-0287-C3BD-6832D0D31E8B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5F1C42-4D7B-D853-65D4-86FFBF2BAFB2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95A7E3B-83BB-BA74-B880-C0327EA75DE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6FFB000-0DA0-99B3-CEA6-4B34F9DB114F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9D11F9F-1D3E-398E-7799-DF2D1E895BC0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8A7214F-044A-7098-1893-F7F7BCC7890D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632249C-1F85-EE13-45FB-BF198FC211FF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FD4366A-2DCB-DAB1-BCE3-945CEB42A06C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5037A8E-53C3-5AFC-5943-07C96A9108CB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B55E4BE-0033-712C-F330-B10753E63819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9FB68B0-62FD-E806-86C3-19FC38D478DD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7194A2-528E-6F11-EADC-5C40847E7515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A8E100-4845-A9B8-7495-B9D9AAF0D662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EEBE395-8B5F-93F0-062C-522B1A2F5114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8702692-1B02-35CF-F57A-13CF15EBB7D4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E968433-9249-F70B-FA71-294BE7175274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9157C47-7D5F-37C9-9E77-54E29725FAD2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28C4A94-E87F-4F55-7338-7E3125B89F73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216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83D7-1F6F-3822-546F-A0D289ED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9713E923-5E6D-13DD-9871-C3D99B0E4F1C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1F90B94-F2CA-5133-1AAE-2AFB3E9E0E8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1A1BDE9-31E7-CC3A-74EE-0367AC2B36E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E49BF66-EA07-1940-9AB4-5BCF4BC5E375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A9A5A3E-052D-3A5B-D44C-6EE67C30006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3C139C8-42C5-6D1B-B4AB-ADF108C7D507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CCE990E-9248-3BBA-6820-720EEB281E0E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F691275-80A2-F987-FD54-344FAC694448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D84389-144B-E541-DCE9-DC84E135A784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7317895-E9BD-1D21-D78D-6C451D03BC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935B042-9444-3D51-89E6-4964EECB0CC0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898E83A-B9DC-C3BB-041E-01C514600AE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2F75284-55D2-54C3-2324-8007B0E23B14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517C624-51B9-1009-DCE0-A7CBD2BD7059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6E6858D-FB3C-8177-AF05-AEEABA117F1C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3337740-5A8A-9B53-DFCE-1BB99690150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E3FA47D-3F9A-9245-6743-86827E35DE16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0C2A76B-42A4-775F-3C3E-4E141D53DA51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DAE26CC-6B1A-BD43-C2F4-6CE65D43E0B5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60951EB-DAAC-9082-6A97-EB2A4CEF8E6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F5493F3-F9EC-AC32-7C57-7458AD0897F7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978847F-6617-1F77-FDF7-9E87D384E6A0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8BF0FF3-61FF-F368-8826-C61621012E3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9EB4BC4-D807-0EEF-F4E0-B8BAAD135B50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A48B1D1-95A1-810D-2637-1BD9BAF6EA1A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351BE07-4448-D2BE-75AC-22DE393C63F8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69110FF-DC80-1443-5E42-5228D44B6B07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2057911-2FF5-5720-BC69-8A676F3B5E77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DDD6896-AE1F-6ECD-61D8-824DB254C966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6A8DCF1-B5B9-6263-333C-FF143720F278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5B96572-8989-9500-D051-F30A976A8DCA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8D5BFC2-664A-AC98-B67C-1D3A0F7E5F57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DBDBF30-D977-C402-2CE4-2A556CC3DA6B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3759E37-2888-1515-FC64-5555FDE5FCD9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060BB7-1D01-3F71-4CAB-6BBE59289C8B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98F5F0-A9AF-E254-76A3-62E6E2E3B331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7AC0D18-7D83-C2AB-2C68-9BA1101CC57D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18E6EF2-C50E-ADD6-960B-A31C36268574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2518A27-5C36-4D37-0758-DD2794ED10BA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E43990B-5B3F-960D-01A6-A2A28ACE5855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7713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E9F03-B2EF-1190-768D-63E795C3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C3BB6BBD-89E1-76B0-4340-4CE85E575D1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D50AC7E-7601-3C82-A348-55A91AA0352F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DD58839-EA8B-DA60-846B-D4623301137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299C5F8-EEDB-4A6B-913E-63DF5582DCE0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7BCDFB-730F-1C52-1C3A-F6AEB421D98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FD200AD-F9B4-0567-70D0-545C75BDC153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A371618-C3EE-E38C-94BA-17C64E2C829A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3CB60B1-3E44-7948-A1DD-35CC505DF240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C6A0895-4A14-6CC6-014B-4CB4714F13C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9A3E2211-3827-D65E-C605-0402BC1426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0450A88-9A42-1189-B76F-62285A75DA75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6335990-80A6-DF81-AB99-0661BAB02108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E4F2757-111A-68C9-11ED-6840C59ADEC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49DAC47-D9FB-AA57-5D37-B028076F0BF5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3FF3D5E-BB6A-2026-A470-B2B723062CA0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7E9706C-54B9-6D9E-42EC-B3A488DF2C82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0E82FB5-B5E2-5E32-3ED5-8E7C3627BAF3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DCACB97-E66C-4D28-0F45-9C32F995525F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52C298A-E3E8-BFD3-88A4-D445C34966DE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659163B-34A9-25F6-59FD-5A5CB3678A01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A2E2410-82FE-864D-93A8-4E31FF070065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4F402DA-89C2-7CF9-7909-2D0B510E8EB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4C6E7B7-EA6A-F243-A1C9-75E00A81F6F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8762ED5-DA00-A96B-A1EE-C870F02BDCB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307B225-3180-D0F2-8DBC-D63D97321E98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0915852-5025-E83A-464B-4C738D8896E3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293AED8-1362-8031-DCC7-6973665C608B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7956DA0-261C-98BE-68AE-DE84E3815A2E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D531E55-78D2-8666-FAF5-D98D2912393E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254CFC9-4DEF-F0F6-ED68-4E8890962843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FFC5D9B-09CA-B07D-C42E-C9173EFFB8E9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81CD69D-0376-25C5-41D6-3C0C02D2E1D1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D088A11-2971-F3F0-7360-3634863409F4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82246D8-1324-F693-73F0-24C2DF4D29AF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B5D380-3DEC-2CE9-0A6C-AB6924FBC9F1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04B80FE-E405-B454-5058-2FEF72635BA5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02B65B6-624C-AD02-FD0D-8B7C26AA19EC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AE86327-657C-3082-2B14-FC583D5503A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D827AE-C684-8975-62DA-91764FC86818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A5A8860-D3F3-60C7-2616-F38FA1B00067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8488093-574C-E7AD-1560-BA7877DB5F58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682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5025-6C84-59AE-70A1-7467823A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370BA470-4EAD-6A55-E7B0-E39D1F057CEA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D614F0B-8431-69BE-2E3E-923E310F7B99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F287D7D-7540-DBA9-744D-8AA7C1888760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95CEBD7-A691-D100-E573-F6770B5FE1D7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82203B2-1390-1F81-AC3C-839A8F89111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628CDD8-3F59-CF82-9619-72E0C64D2A8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176929A-097F-B44D-699F-BD80E2784FB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5B70A5D-1623-E41B-DCA9-934A1BCB7CB4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ECB3E0A-5AA1-45CF-C528-D0417A7BD179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2B41263C-913B-107D-6D90-04A15A866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71B069-1C06-21D9-D77D-FF133E4C8874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B5F63CC-D48A-6D1D-A94B-FA474E3608EB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D1307C1-B864-8C07-ADB0-726F380D0286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F8E6B1F-B3BA-2B27-2729-BB7EF13530D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E5022C9-68C9-A24A-5E9A-4F705E3F1B1B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C349548-CF8E-5995-757D-2138C3E52BA9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36F7E43-1DC7-876B-80F9-D8E16781A028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7A67BCB-27E2-F3A0-6550-3805BD6F6E9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A7C1739-4BE4-16C8-35C5-15E137901742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91F8C28-0163-0D74-F06E-077CDFEBB16E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A4AD352-3E54-0A7D-FF27-B0E5B79F6268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1986D46-06E5-DA54-D117-84517FFE223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A3C8D08-F6E9-4CE0-40E5-B09D5861B732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AF751B1-E88D-F00E-82D5-A1819093D27C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4FF63C-3291-15BE-621C-3BA83E42F6C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97FD921-3408-4013-46B6-6EA4C0642F8F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AD6AF13-11B1-AD90-8662-F524711ED660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F6AE8D8-CC1D-8561-2183-755C8CAEF95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0D8528-3052-237B-1C70-1B094E89CA8B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71DA492-6663-2976-8A6D-2735298A1C11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F8A0DC8-FC46-B319-35B2-3E9600FB1242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7537520-E21A-3A84-4CEA-9BC130327EAE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0D93BEF-67EB-64B3-7D24-3205D0F0FB5B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ECD463-B9AD-6CF8-619B-BC6CA9A0F58B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9553B8-2F66-B491-A054-3C40A0815C9A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0C9049-A20B-2DF1-A2BC-BCCD75393E2B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AD11B9-2966-1865-D768-3C0BDEEFFE63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1984D3E-8FBC-9F62-30D4-1EFFB05D4DF3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EFF714C-AC1E-9018-72EA-AD521861C527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B6E431E-25B7-338B-4B62-E6FA769B3156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6F781B7-7419-06EE-15A8-99D61A457167}"/>
              </a:ext>
            </a:extLst>
          </p:cNvPr>
          <p:cNvSpPr/>
          <p:nvPr/>
        </p:nvSpPr>
        <p:spPr>
          <a:xfrm>
            <a:off x="17280000" y="84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DA87898-0126-13AD-9871-B2E5B3EAC494}"/>
              </a:ext>
            </a:extLst>
          </p:cNvPr>
          <p:cNvSpPr/>
          <p:nvPr/>
        </p:nvSpPr>
        <p:spPr>
          <a:xfrm>
            <a:off x="1530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8240C80-28C1-4911-FF69-E0636312414F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71DCBCC-5D03-A8AE-71FD-F84D9F6A7E75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59AC534-F6CA-8135-723B-E6ABD9A6E872}"/>
              </a:ext>
            </a:extLst>
          </p:cNvPr>
          <p:cNvSpPr/>
          <p:nvPr/>
        </p:nvSpPr>
        <p:spPr>
          <a:xfrm>
            <a:off x="163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BD345F52-2373-014E-6480-A3310646AC3C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6AB41BB-047F-B032-1363-38B992266F2D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1401227-B993-F377-3327-39041E29BB57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7390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6E87-475F-E7CF-25F0-40A7476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C8CC7EC9-9403-BBAE-910B-C11652585E2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0477F8E-A742-341E-A904-25F7AF2FA73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EAECCFA-658C-A5AE-9C7B-EE14B7BFC8EE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FEE3E2C-351A-06F7-C05D-D2B025D4770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7B1D3A5-2C66-D097-DD4B-10D624723C7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E0D666B-780F-F260-AF80-6372ABE7391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99B5D87-F84C-2CE0-B7E8-06668946589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BEF1A2F-FC52-AA13-847F-91496D912282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C0C4228-FA97-E692-6ED1-B525E1EB34F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8EA77A86-E67B-8624-1A8A-6E0A5585B7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218CCBA-09FC-D162-C7A2-D06A90F33AA3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A5731A7-89E2-6858-16D0-830CCC9E1623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2B2E353-EFDE-F181-0DF4-16C1C30BC72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0DCAB41-0035-A055-8D1E-62F8F03A72E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33B4298-1249-AD5B-68D6-BB93308F23F1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E641E22-17A5-18A5-6D59-34645120D4B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12A9C20-195A-79E9-CFC9-05C5ACD719CD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75AB7C5-657D-FA34-F756-E60C2FE58E0E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1618DEA-F0DA-999C-A800-0BF9A95ABC3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3A7A017-C3C8-6B31-F865-7DDE7BC5F920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9D2770E-C076-F7DE-2DDF-853D1D8C1B6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D734A87-3CC1-2C28-EAEC-2C1372D75BF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6033201-4380-671B-FD48-11D124F8C7D2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B48882B-D30B-CE2C-B2FC-05D2DB09E55D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333621-1E34-58D7-BDCB-F17979D3485C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A866169-03CB-96D2-4580-1952425D7DF3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E0CA54A-B431-18B8-11D8-B223FDDFC433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963C2DA-7468-4D0E-0B43-18AE9F58615D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7063EBA-BA51-8008-F993-40342A4274EB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8DC4ED6-DC12-DA5C-8B7E-F32443C5DA44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96EA27F-BFFC-C981-A4F2-EA4856908BCC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AF30BC-9E80-F397-A236-34A01F7930C5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B88446-B92F-24D9-A5F3-D165F67235C9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F88048E-731B-4A0E-D19C-0569EF91A6ED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9599578-C475-02E0-C921-4A466D16DFA3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29288D-B17E-FD60-0A85-3E77FA110AF1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532C50D-E083-A6A2-552B-5C9DACFF6F24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D9D66EA-8074-E558-166F-13E045DF99E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B0E788-4E25-9142-03A3-1043D96675F5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F50DB3C-A1A6-27C9-0BE4-8009A350D9AF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59945F1-C7FE-60DC-3F2B-5340D708EB7C}"/>
              </a:ext>
            </a:extLst>
          </p:cNvPr>
          <p:cNvSpPr/>
          <p:nvPr/>
        </p:nvSpPr>
        <p:spPr>
          <a:xfrm>
            <a:off x="17280000" y="84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653234B-AD43-054A-8BE1-00E7587E632C}"/>
              </a:ext>
            </a:extLst>
          </p:cNvPr>
          <p:cNvSpPr/>
          <p:nvPr/>
        </p:nvSpPr>
        <p:spPr>
          <a:xfrm>
            <a:off x="1530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A91F120-50B0-4DCD-C9C2-D5C51901176C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ECA4F82-380C-6C99-4105-133F5CB1A09B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7E8ED8E-EF09-ADE3-6C5B-BE7B9354A868}"/>
              </a:ext>
            </a:extLst>
          </p:cNvPr>
          <p:cNvSpPr/>
          <p:nvPr/>
        </p:nvSpPr>
        <p:spPr>
          <a:xfrm>
            <a:off x="163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B67EB23-9609-18D5-7C6F-094DE871890F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1FCDBCF-7AFE-D610-9009-2D87DCA22C10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54737DC4-8B52-0EB8-B1F2-062B23F2D4EF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3749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5743-C8EC-59AB-3A55-DA412C9B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DD379D40-D94F-EEBC-B125-849A0A482496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B48EF12-8A39-59E8-6132-B55C323B6F3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F81184D-A65C-F28F-E853-1FCBFB6EBF17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0077F86-1BB6-F69C-C688-40B7BB9FFB3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189D356-BA93-3E89-65D8-64783C4F072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EA5D4DB-7A14-0A9D-D87C-F445CF9F4544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22D566C-E875-548A-D66A-F62AD85EC3B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03F514-29B0-E67A-120A-79917BFBA20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881259D-1A59-22A0-99F1-894FA0BC61E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7ECBE28-4F4F-1611-3460-6CA6D45809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30C7B19-F899-2C9E-37A7-6976A10C8B7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D71482C-0AEF-5A23-F96A-B3FD10F2EEE2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00CC37-81DC-5EAC-FD8B-17AA19D051B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115E323-10FA-4B5D-2098-57511F122C00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1F36C65-28C7-9E64-03B6-59684B51F59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CAB1FBA-A9B8-9B47-4693-F433B30ED6E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840509F-E034-5E97-84F8-E174D8BF0134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C3B4744-3819-62E8-F6E3-C4BF35531E2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D337235-2BD1-F9B6-35BC-AA2456D8DFDC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0D8A8F4-DC2C-76E7-34C7-5C42CA5EB476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FB19FE0-468E-D473-897F-C47817A87DC9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7B5A3B6-8845-2074-6500-F384368DABEA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FF5A43F-4F80-1098-C281-6676D8EBAEEB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EB81EB4-4290-02C5-877E-AEF82F638EC4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8A3E661-3748-1C71-C035-1DCD7894E2D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2F24FC9-15B2-E525-322A-4BFB1E247F6C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8204323-9428-F1A4-F678-C0B20360FD2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6B0BCB55-CB0D-8FAA-C399-9B924632369C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F70180F-5039-1BED-E62F-6691D8E25F61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9DC54FE-5407-95FC-7B54-161E1094708F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ADC0B7-099C-2D99-13A6-DACD2D77A75E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A7829F5-ACFF-7881-591A-1436DEA4C16D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A6341A4-F329-803E-6A39-22813DA73F2C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4CADAD8-959B-ACFE-8A7F-3F4D8D6AF426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0210AF2-45D4-01E9-46BA-E8B05009B6E1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8A3E86F-1A8F-00B2-A6E7-554A8E2988DA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11FC4AD-2B0C-3EBE-F4DF-5658901A1827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F481578-9800-C768-458E-C8E689433F3F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D201175-526D-4270-E3BB-CFC48CC7A629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9677876-0C6A-52B6-1AE7-1851E6675294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461B22D-FF0E-AFF4-4962-DFD9DAC0BDA3}"/>
              </a:ext>
            </a:extLst>
          </p:cNvPr>
          <p:cNvSpPr/>
          <p:nvPr/>
        </p:nvSpPr>
        <p:spPr>
          <a:xfrm>
            <a:off x="17280000" y="8460000"/>
            <a:ext cx="720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D35E640-97A9-DB83-B56D-C001587DFD60}"/>
              </a:ext>
            </a:extLst>
          </p:cNvPr>
          <p:cNvSpPr/>
          <p:nvPr/>
        </p:nvSpPr>
        <p:spPr>
          <a:xfrm>
            <a:off x="1530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42407D3-138B-BF06-B847-8E3016552EDC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E42EE4C3-DD08-4F38-97D4-26DFF09E5F95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0DADF3B4-2047-5EDB-4BEE-02F054EBC88E}"/>
              </a:ext>
            </a:extLst>
          </p:cNvPr>
          <p:cNvSpPr/>
          <p:nvPr/>
        </p:nvSpPr>
        <p:spPr>
          <a:xfrm>
            <a:off x="163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BE32D76-715C-649C-EFE3-FFC070EF7CFD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B979F9F-4CBF-91FB-AF4D-11C53C0AB61D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D28AEFB-A72D-0BF4-86A5-3CFA08D9B009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2340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AFA8-DCA8-09A0-5110-DFB12FFD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A4F2E35-CC0F-08DF-D9B0-9AE1325AE093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CD5A921-E697-187D-E8D2-C51B7C2F6B01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72799E2-6E49-E246-A315-028A8FEA74D2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A3724C2-CE66-43BF-782F-7B6D01D3D006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B2BC990-0FF0-69CC-38DB-9D94B9A55D2D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387C835-5606-844E-94A1-62D854C92B3B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F45003E-99A2-209D-0C09-4A32F57BE4C2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CD1D2C6-BE95-D365-5D3F-AEAAA0FC9DF1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1E9FD3-606A-8D41-C7F6-1AD4D3706D7C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4AAC24B-CE2A-54D9-0CDC-611CA518E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17419E-534B-B47D-7318-9009BA419A2F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545422-0A7A-D0C4-CE6E-AA96FCAB779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9CC8E8C-23F4-53DC-B520-4C4DA162404B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64DC1FA-77C3-49AA-0F0A-47D27F697D4B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49BA2AC-A8EA-F045-FF28-73022D79DBD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D306D77-CFE7-9E07-23DE-3952B42CDC1D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9BDE19C-7D7A-B514-93E4-669804DC4718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3232C6E-F185-DC82-01BA-CD30EF6041F7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835A2E1-04E0-9A3D-B379-DC42AACC3154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7656A35-3DFC-D805-1476-E7AEA59E388F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0A81508-1725-30B5-7B87-2684EDC8124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9DB7FE8-0AD2-0E51-3605-9543A92AD3C3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F12171C-12BE-05C2-8842-B670C54A8F25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BDFBF76-8383-A167-9A56-55CA32E4668D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7755373-7779-3B67-2D10-68B7D5FAD767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E143B4F-F800-4681-21AF-B65767431841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962E65F-6BAA-C75D-1BD1-508B39DA33D2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8C8F297-CFDA-7EC9-CE6C-6016EAD6B668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BAA22C1-2856-4B33-832D-DEA57E5B7334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C16467-32AA-0CD7-0416-BDF25140D547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7A39C1B-C9D0-352A-ACD7-A8CBD5E01543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F10C388-700B-C21D-B4CD-FD4C036F71BC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215C069-4CC8-7C08-5DAC-B8D2789483F5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7A01CBC-71CF-FA7A-5BE3-EC81EE746CD7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7C4427B-DAA7-9C1A-8F2C-10FD65AA0C98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80DB437-5338-CC11-A931-20649C9BCDA5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2242CE5-D769-6752-FD4D-F8EAFAC9F9A9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2A019DF-FBB1-008E-FE77-2E238844055F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9083F57-EE8D-5E71-A572-AF09921AAC60}"/>
              </a:ext>
            </a:extLst>
          </p:cNvPr>
          <p:cNvSpPr/>
          <p:nvPr/>
        </p:nvSpPr>
        <p:spPr>
          <a:xfrm>
            <a:off x="1530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E92FDA2-BF80-7DB4-9311-67871CAC2B91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1881A3D-4875-0650-4E53-4F597614B162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9B2A9E71-F214-0669-CDD2-CDD2FF5B626F}"/>
              </a:ext>
            </a:extLst>
          </p:cNvPr>
          <p:cNvSpPr/>
          <p:nvPr/>
        </p:nvSpPr>
        <p:spPr>
          <a:xfrm>
            <a:off x="163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DFFB02E-13E1-1668-988F-AA0D51D5D7D4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D10194A1-1FFC-CC98-7E4C-E04F72AE6CCE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9D85558D-588B-C101-A691-E43B2433F092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44263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669B-51FB-5FDD-64F2-5931AFD8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E9560167-A08C-B298-889B-83A5757013E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46D01DE-AEB7-9B7D-876B-13BA6A110CE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299F956-9250-C27A-5E28-48A2E0B32DAF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E8BA3B6-FFC3-7FAE-8CC0-C7531BA343E8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F86DA4B-7CC6-0564-76EF-F15E9E4DF4D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7A41E6F-5C8F-BD31-E5D7-BEFBB3D3BB8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EE2A1F3-AC34-E40F-234A-81A90D62759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128E8CF-3CA3-3F7A-B336-79AFF277B544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6867A10-B06C-B103-972E-84797D957C9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4ABD545-3E94-28A3-5D29-DD70002D60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07F4F52-FCE7-47FC-3A16-51E8D7E0D1A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DE0D024-4DCA-0D0C-4685-44A1198E6E6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5C25962-6E03-C5FB-6D20-3C7B5757F5A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76ADD2D-3555-ECFA-E081-992CB11D79CC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84DA8F2-CD46-30B1-BB28-D09C26B45E69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BB9F67A-7E2C-2888-91DD-5B1332D54B3E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AC6ADF6-F171-5DC3-DE40-6EA7D80847DF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63CB455-1CC5-AEA3-9458-5CF6DB8A710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6012BEE-B24A-4964-1471-9D73FB9B514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554F1CE-DE27-9E0D-3767-9CE3A91B074C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84A1417-8F71-6822-7CC6-D3F2943BB2B9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D92CBD57-7A50-E46C-CCAB-5C0FB0BBD133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00DD387-273D-51AB-88B7-817AB5CEAF33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1E44128-B366-8FF1-10A6-2528CEF660AA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63F69E4-B7C7-48B8-D2D3-14C79B20CF8F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B6B14F4-8B43-FC00-344C-D664A2C531A0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81628A7-1D78-03F6-0496-5CFC912ED8F7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EA063F1-E405-6156-F5E3-AA184E2F03D0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C734729-0E3F-20D0-CF51-1759EF986799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1A200A3-DF83-0866-E428-B91DE19EC3AE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EF85320-1C7F-5104-17C3-7BBE5D3E347A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10D3FF0-87A4-A53E-8778-17D826C1384B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0302C81-78B2-93F9-8784-74AEBC28640A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D987884-6BF9-F1A2-CAFA-BD9E78D938A0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702784-9DD2-B420-813C-AD629A2A899A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4EE6379-9EDA-3E84-F3F4-2B4040CA75E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ABB2213-5769-8E80-6E44-33CFC8211F82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8D9E30F-82D4-40AC-282F-F468F25E18A3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E40F16B-89CC-0B6F-045D-6278FD1FB4F6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AE4980D7-A99F-F09E-B2F7-1A9FF90A651B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351CE26-BFBF-B440-2AE4-F6744F94831C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720AD53F-A88A-77FD-3925-D85D807501C2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13E8179-0B3A-99E3-2CA3-D99890682EFF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9854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D9A6-44C8-9E18-1913-6E353E99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652D2503-F6FD-776C-0605-E6646A396CC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EF5E450-9AC5-9C0C-76CC-BE6D2172D734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1CD90A6-0C97-97BC-7999-C42DD70C2F1D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D09E932-E9DB-55B7-C665-F6CE6CB2698D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6BFB9EA-5D16-B727-090D-63E6A5EC9143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1298227-22EC-AB7C-5A19-B63BB26F262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52F0D56-F9CA-2A3E-6813-15AAF75C6D8B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D0037FE-7E29-68EC-EA5A-86FB6A1887D0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AF67CB-4DC4-B9A4-1180-762038E5B3BF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9297353-BEA3-7EC2-AB4A-245BAAB7A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5E76FF4-8F8D-E384-85F2-0484F5EB90A5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3BACDC4-DF83-132A-CBFB-E0736401AFA0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C04F8AC-7F49-8EAA-D4CF-DF2144DA792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D9D79B8-028F-049A-C9CC-D5315C5B51D0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0761B59-8D96-93A7-D3BF-3C032F98F13C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04F9792-2294-A29D-F6E4-346F751F895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F4D6D0E-22FD-8E7C-12E2-185D49F94539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52D39A9-CF3E-35BE-08CB-B89E75EEB35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C692321-86FC-8764-4BAA-694987F7562D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0454842-07CA-9521-A0A0-C3B3DE2E481C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7214AD4-F889-27F3-1F0C-BDFB58479B79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81F1BBE-EAC1-43AA-0441-197A8874ECA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308CCE4-8E11-4EFD-8D25-CEB54A4CDE5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508E002-E5B9-9CAD-D1AD-DAE65C176523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148A00-4D02-17C4-688E-CF27C2CFC4C2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903CFDE-B492-B349-B9E8-C282AED0967F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33A77F4-0429-291C-4B18-14865A06ADB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6DA30C7-A6A2-A08C-2CBE-91265E3AF088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D0F0045-024A-2ED6-EE44-6014F532CC83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C995F8C-900C-BD81-2506-AAF95FAD2E15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F508BD9-61A4-03D2-839C-10EF79C04B80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A901175-A10A-9FF4-F711-0D2261294C04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5027924-FA28-E73E-CB1F-8FD3588D91C9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3F6C78B-7C29-8666-62F5-C3AB211CA696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25D776-6E5D-9363-49FD-9BEBF4A1041B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A569189-01BF-9057-A714-84F00F018D9D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749509C-899E-02BB-E636-63F451F700AD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1340DC4-05EF-6E30-43DE-29B18AD0F658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53953CE-5925-5D0F-3309-87493AB9999D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9C71B2A-119F-B7D1-BEFE-B93EBB3D4A17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409885-DC8F-DFED-7CAA-574607CEBD89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74904B7-E092-6F89-BCA0-AB17A9205036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CC0C682-A59D-FA97-80FD-4DA756C635E7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23976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AD5D-AC5B-41E7-3866-B8585B13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BF98CBBC-A0DF-0B42-90E6-7EF8BD0633F8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A2FE628-9515-8F9C-A193-F04AC56415C6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1CBE179-10CC-7594-301A-FD6AF2FCBB1A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60993BC-D39B-97CF-1AF0-9F81BD1BC2CB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46747C0-CF87-970B-8AF3-CEAF820B040F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14D9A5E-7B0D-31BB-F6E4-C70DFB25791C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B4EEBBE-F448-640B-E9C1-2C8591CBEC1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BBD666E-689D-559A-B8A7-B86BE089EB4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7E3FF60-A8FE-718B-6AAC-08BBAD9E21B6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7F5C33A-5D09-9292-D8A7-03AD69B9F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2F6030B-F6CD-719C-BE49-D3DE69974FDD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973CC40-85AA-CABB-B617-6BAD618EF6CC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2A10E98-4334-3FDA-844B-4CDBAE45A3E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8B27509-CEF0-FAA7-17D2-ED829169F509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9DB4ADD-32D3-A6D0-0DEE-61FACE4F4BA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0F5BB9-8B75-E382-A461-CA4718DC6461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EBDAAB1-5C0A-64BB-E829-EDF484E25D62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2DDE456-0B52-7F26-E01A-62F0380CC252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41EEB7D-029C-B246-6E80-0DB2A2F9E81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5458D2D-F99A-9181-9725-33E3A68B6444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BCD4F3E-5374-3E4E-89F4-A51FDC4C28AA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734E1904-BDC7-A634-195F-C08E0616378B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4C71C4F-847F-5CB9-DEB9-51C9A50328B0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7D35BC5-2272-1D0A-B323-AD7ED4D2491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591EBDA-E56E-B03B-4E93-ACA75966FF25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695A31B-A8F7-88F5-3809-77B9194C2527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5F66E27-FC24-DCDC-3C58-541B6D5782B0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98447BF-8F69-97F7-FDFA-A02B77D057B2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92FC5F2-5B4C-AC04-DAB7-DCAB9544581A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0F38B91-E43E-F01F-C10B-79F1088D8E6C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AE67E0E-F815-F3E6-819E-403C8052DE84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D0A95C3-F0C3-231D-CFF1-A31F8AB96713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7D79CF-A4FA-209E-4DF5-DB211AAD87D0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32C4C00-A346-A6F0-3E52-164777F06628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1F10AE-5A25-6F4C-7033-40A9E8586309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F7D9620-DEC7-3474-E30D-01BB92DDB4F9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A379B09-6BB6-5D0D-8D9D-5B332D6425CB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404A892-10B2-3FC2-CDD3-785987AB5A0B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4D0C7C4-FE7F-CC3D-6D1C-91AF503200CF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9806DE1-143E-F269-C2A2-868C6FCDC724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02CCC18-35C2-E4CA-35BF-34BBBE5C622C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2AAE021-0778-06FA-8226-5E01075B52A4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54BB9B0D-6083-2D6D-AAA2-875C451BD603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51095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6DD-B7EF-BE75-3964-BAF74761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2BF6F7C0-5427-F0DF-5946-FA584603DCDF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E615FAE-7608-C281-4660-B7A1C3051DD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817B103-E8EE-8E3C-0583-E1A8FE3DA54B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420389C-4C92-8B31-7D87-7AB0D93F89A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4E20E36-9023-B067-738D-6F5971B8BE78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09F6651-BE55-ED7B-B4F0-E1900D8D0052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3EB29C0-6199-984F-A795-740E94D26890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9DB89E4-CB8C-B4F1-8438-0769A8FD3ACD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F61337-54CC-FA02-2350-730AB42D0CD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2CC9099E-AA5A-D2D2-5EAD-E669897D34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EF8B09F-EDEC-7899-E83D-2F97D0A7D7D6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77D398B-A8BF-7E09-84BE-8E48472CAA26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50AC830-945B-8668-DAEF-339DADF74E13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8E88644-DB6E-C89A-D6B1-45E908398796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502BCFC-FD95-51D9-9863-66E788F39FBF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9E0D00E-C47C-C735-5FA7-F41408551DB2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6F72769-83D6-DC42-0112-CD33200B7347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8AB48BE-5952-D4EC-B65F-4D4E0E2ADFB4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1DF6140-C9E4-D999-5087-247012B5E0B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39400BC-D911-E481-EB71-01E09AD3DD95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B9A90D8-66C8-9059-167F-E9608639714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1EC39F2-C060-163C-DF47-8DAC694B8415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8F1BBEF0-3928-AAC6-9973-C0C3E9214D62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B0BDC2D-AF02-637F-F38A-F32B8D4DF71E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AD749EB-7FC3-D8A4-68F6-7AC32454C7AA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D8AE8F1-84CD-4A60-30AE-7F966D691254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4FEC494-0793-AD3F-5367-8BEA69DBA055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E1A9B06-53F0-EE01-F19A-5A67BEDDA179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3022BBD-DB7F-0418-BF18-BECEDFF061A4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FF7CEFA-6305-525E-9EB7-4F177F6F7786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90EC560-AB74-AA40-1641-09677205E3B0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31D36AE-4AB7-9896-ECE1-B9FC3201E3EC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B30AF3-AE35-ADE5-E33C-ACBE7E882D3D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6DA3980-EA1C-225A-65E3-EAF8EF4CAF00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E332EA7-3111-7E97-45F6-DFB16CD5EA3E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EED8FDE-A198-D39A-1927-3B779C12FBBA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14C4E8A-798B-DF91-2F24-4CAADAD17575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F039442-3722-952A-1968-8B8194C41AB0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F20D090-2ECC-07A6-2D0F-370CC3BC73A6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2A0B45EA-31E5-CBD6-9C34-265E3DD4E481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E9BAF542-0A72-710C-8D25-A026531226E0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C9BFA13-1D3C-907D-8C27-129552C1265D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accent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FD6CEA8-A93B-9F9E-A418-4F308847118E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28442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38CE-C395-BCDB-FFBD-010F26FD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E42CD085-9F3E-E264-E850-BF7250A7CE1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3993D29-113C-4923-E4DE-470BE92715D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771DF75-8D1F-EDB3-9940-EE3FA33A0E58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E7BDBEC-9C6F-28CB-C25A-A640AF25A55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8C425CE-0B47-E2D4-F87B-FD47AA60F652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D7F2861-FC76-2015-D522-4C63F425D5D0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E2D393D-89B7-222E-8B64-8B8EEEC8EB44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191D533-9DF9-A54E-EEA2-93831D71B12B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58E600-84EA-1B79-769E-813BCCEFE82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22E0EBF-A883-3E33-C5B6-036E2AA18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38C828E-D4F5-5AB3-A0D6-3E1E915FD92B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EA493F-8F7E-0EA3-9096-5B72F7BE02EA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93AF9F4-429B-0FEB-6B6F-C3F588B4620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279612-EC88-52B7-A02F-B4DFEC505FED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4F7F9A4-A8B7-FD72-1C3C-C50FF38A531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09375B7-26D4-CC83-07DA-316B31076EF4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70CD996-BEB5-93BC-B12B-891F8118A673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36E7ABD-7E81-6088-17E9-826992AD2C79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7A1FBD8-0DB7-30E5-3163-5C93CE44418D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0907286-B65D-8976-E000-D4CC2974652C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030F1A8-743E-E4C9-FD0F-68923AA510C7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EBD65F6-16DA-882F-A50C-D9F656DF78E3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C26D48E9-5604-AF48-8BD4-1AB183BADA1B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35D5D3B-B81A-5A3F-21F9-C431BFBA6D8C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96880E9-8252-5BED-C9B9-7BD7C63C241D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FF4331F-6D3F-F3A3-DAC3-27742F70B090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932848C-B8F9-B2A8-E9DF-3814DF87484D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79DD412-A78B-8DFB-C22F-B70AAE2E5D95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6782512-4895-347C-0318-FDB5D3EE4B6A}"/>
              </a:ext>
            </a:extLst>
          </p:cNvPr>
          <p:cNvSpPr/>
          <p:nvPr/>
        </p:nvSpPr>
        <p:spPr>
          <a:xfrm>
            <a:off x="17280000" y="93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3DA2894-B068-6E25-5B6C-118910139EC6}"/>
              </a:ext>
            </a:extLst>
          </p:cNvPr>
          <p:cNvSpPr/>
          <p:nvPr/>
        </p:nvSpPr>
        <p:spPr>
          <a:xfrm>
            <a:off x="18720000" y="93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6053754-A364-FC63-11C9-98AB734CEAFA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DFCC142-E5DE-8018-FCA7-54F3871A2E51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2B2C50E-1E26-9C10-56C7-6256667A7004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35150A3-8073-E52A-8EC9-24FB12D9AB61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5BBF227-1E0B-7D7E-AA36-91F74469D75D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3BBB96D-D78E-E722-CDFC-4898348C62C1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5879E39-48EA-B7CC-A75B-C11AA75C8413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ECE9F28-5987-2192-9B3A-919B6F769AB3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4B14EC4-E559-7B99-8932-E84CF659978D}"/>
              </a:ext>
            </a:extLst>
          </p:cNvPr>
          <p:cNvSpPr/>
          <p:nvPr/>
        </p:nvSpPr>
        <p:spPr>
          <a:xfrm>
            <a:off x="1674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581112F-7FE8-0520-A66C-53E4A7F26CFA}"/>
              </a:ext>
            </a:extLst>
          </p:cNvPr>
          <p:cNvSpPr/>
          <p:nvPr/>
        </p:nvSpPr>
        <p:spPr>
          <a:xfrm>
            <a:off x="1818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FAEA9192-FFF2-4D0F-E017-21DE2F50D11D}"/>
              </a:ext>
            </a:extLst>
          </p:cNvPr>
          <p:cNvSpPr/>
          <p:nvPr/>
        </p:nvSpPr>
        <p:spPr>
          <a:xfrm>
            <a:off x="1782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7017EA44-09C2-6B3F-216F-1C8D00E3CE86}"/>
              </a:ext>
            </a:extLst>
          </p:cNvPr>
          <p:cNvSpPr/>
          <p:nvPr/>
        </p:nvSpPr>
        <p:spPr>
          <a:xfrm>
            <a:off x="19260000" y="91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083BC36-20B5-2D98-DDAB-D00F28B050F9}"/>
              </a:ext>
            </a:extLst>
          </p:cNvPr>
          <p:cNvSpPr/>
          <p:nvPr/>
        </p:nvSpPr>
        <p:spPr>
          <a:xfrm>
            <a:off x="19980000" y="93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2918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4CF8-AD80-2ADE-498B-E69B13B3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476FF5FD-DB86-5BC7-F62D-ED16D89E9584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7352883-CB87-52F1-56CD-C5BC42D0AD13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B64355D-5EEC-E3C9-A18C-049A0FC14D55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61F45F6-3C1F-B8D0-0967-CD4DCF02F84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7EA94CF-77F1-7899-D237-76AFFDF3B1A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FEBFC0B-FBA1-E4C1-CC3B-E68ACD8F08A1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58FD8B5-B90F-1F6D-F70C-B37ED935003F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AA0BBEF-C294-9E3B-403B-0F7A505B8213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1F081F2-DB5B-6882-8AC7-5062AE2E878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93504723-23CD-C7FF-12F6-1489B7AFF2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DE3C0E-D33F-FEA4-A5AD-0BF1B459975F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CF5FCFA-F802-1C46-1B2F-6582E9CA6EF8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21AE40C-0683-3EE6-874C-A23AD4A8BF93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654340D-D1BA-5906-149E-04B9A9BAD102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1E49AFD-4165-F7EE-A15E-E643AB66FFD3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02E35DE-9E94-C79F-8044-8D1636992234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7E2141A-1A5C-1F55-CFFD-65337E086C80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89D19C7-BE17-A07E-C03C-A1D3631A4418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85AE13B-585A-6AE5-1D79-459EE5A005B8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F278F01-0558-4915-6406-7AEDD856F017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11AE506-A2D9-3421-A5CF-C214DB5AE361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3D9551D-53B4-6EC7-42A9-97A2E9A773AF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9316616-3D4F-D74B-01D6-021AB914DA94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213CFEF-5DEF-0F10-DCA6-050AC7DB2FB8}"/>
              </a:ext>
            </a:extLst>
          </p:cNvPr>
          <p:cNvSpPr/>
          <p:nvPr/>
        </p:nvSpPr>
        <p:spPr>
          <a:xfrm>
            <a:off x="19980000" y="75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F78D1E5-CDE3-AA70-F29D-67A09D86D81D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94116F1-6355-CDD3-CD57-1223A1470CB1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1793DF8-EE00-BD55-839B-2089D674786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ABD910F-C975-391E-75E0-112B0F80E089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B96C49B-C5C0-0408-5DDC-E05E79C1955A}"/>
              </a:ext>
            </a:extLst>
          </p:cNvPr>
          <p:cNvSpPr/>
          <p:nvPr/>
        </p:nvSpPr>
        <p:spPr>
          <a:xfrm>
            <a:off x="1728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B4E624-C5C3-930E-2FFF-D267CE604F3C}"/>
              </a:ext>
            </a:extLst>
          </p:cNvPr>
          <p:cNvSpPr/>
          <p:nvPr/>
        </p:nvSpPr>
        <p:spPr>
          <a:xfrm>
            <a:off x="1872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CAAE6B4-6560-5E08-92B1-77D52F7AB478}"/>
              </a:ext>
            </a:extLst>
          </p:cNvPr>
          <p:cNvSpPr/>
          <p:nvPr/>
        </p:nvSpPr>
        <p:spPr>
          <a:xfrm>
            <a:off x="1440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5E4EB97-2016-CD20-D85A-940E5E715FAD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1497D51-A588-4E8A-A9A6-2C23FEBE8B07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D2BFCC7-6A03-AF9A-1E2E-38B67D60FF89}"/>
              </a:ext>
            </a:extLst>
          </p:cNvPr>
          <p:cNvSpPr/>
          <p:nvPr/>
        </p:nvSpPr>
        <p:spPr>
          <a:xfrm>
            <a:off x="138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00C05E4-68D4-07A3-AB22-2928CD09F7A3}"/>
              </a:ext>
            </a:extLst>
          </p:cNvPr>
          <p:cNvSpPr/>
          <p:nvPr/>
        </p:nvSpPr>
        <p:spPr>
          <a:xfrm>
            <a:off x="1530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07BEB73-EC46-32BB-DE53-C223F63A73B7}"/>
              </a:ext>
            </a:extLst>
          </p:cNvPr>
          <p:cNvSpPr/>
          <p:nvPr/>
        </p:nvSpPr>
        <p:spPr>
          <a:xfrm>
            <a:off x="1638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B0B2AFA-0216-8481-F1F8-72BD826C4453}"/>
              </a:ext>
            </a:extLst>
          </p:cNvPr>
          <p:cNvSpPr/>
          <p:nvPr/>
        </p:nvSpPr>
        <p:spPr>
          <a:xfrm>
            <a:off x="149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67A8529-3874-E2B6-BF4B-BEAF30E6732E}"/>
              </a:ext>
            </a:extLst>
          </p:cNvPr>
          <p:cNvSpPr/>
          <p:nvPr/>
        </p:nvSpPr>
        <p:spPr>
          <a:xfrm>
            <a:off x="15840000" y="75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61B3F5E-EDE5-B7A3-2A67-ECD793F75C46}"/>
              </a:ext>
            </a:extLst>
          </p:cNvPr>
          <p:cNvSpPr/>
          <p:nvPr/>
        </p:nvSpPr>
        <p:spPr>
          <a:xfrm>
            <a:off x="1674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63F2185-7493-719E-175F-CD0FD3E70B37}"/>
              </a:ext>
            </a:extLst>
          </p:cNvPr>
          <p:cNvSpPr/>
          <p:nvPr/>
        </p:nvSpPr>
        <p:spPr>
          <a:xfrm>
            <a:off x="19260000" y="73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81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0116-9E4C-30FB-B7D1-042403B4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965BC7B-F50F-7D3E-E7A1-B7515EBEB8BC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501C6C8-18A5-6542-3240-CC9AE6C1CDF2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6CD14C4-6355-7C0C-DE9C-108E505EA448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36C513B-86D7-DDC1-D706-E1A9399140CA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31F5521-0CF7-FFE1-B09A-13C5D9E266C6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5F066AE-2AD5-D8D1-3740-D4C34BF84CE9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2D808FF-F811-9BDB-1075-972B5596B7A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D6CC832-F082-C1CF-73AD-5F68E492B360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15E604-DD5A-2B4C-8986-92E025FB520D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7A43303-BDF0-F26A-5410-BE34B8C1B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A117728-27E2-5628-8BD1-3B6FEC9876D1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E38475E-0653-109D-D6D9-512F915A577B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C5A44AD-E48A-33BA-F314-C976577588F5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D97B4EE-10A5-9496-3701-39CBA416CA39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8BD3430-DBE0-F7F0-2677-B9140767F93B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0476AF8-A48F-85DF-8481-9E055871758F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F50896A-FEA2-FA2A-1548-16399A6A0CEB}"/>
              </a:ext>
            </a:extLst>
          </p:cNvPr>
          <p:cNvSpPr/>
          <p:nvPr/>
        </p:nvSpPr>
        <p:spPr>
          <a:xfrm>
            <a:off x="1296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3F8EABA-76E8-CAAA-700C-F285739DEB1A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1B3887F-86B0-3164-6318-87E95D16B7F7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6DDC871-EFCB-528E-0B0A-BA5E0B04567C}"/>
              </a:ext>
            </a:extLst>
          </p:cNvPr>
          <p:cNvSpPr/>
          <p:nvPr/>
        </p:nvSpPr>
        <p:spPr>
          <a:xfrm>
            <a:off x="19980000" y="57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B9DADCA-15A4-75DD-F26D-378CD5B3AE0F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B8C717A-318B-B7B3-786D-7E9E3748A228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C6092B8-69A0-5DF1-F55E-FEECB35ED917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A528CB7-ABE6-60B9-612A-AEB9E13699AB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5392EAA-BFFC-A85B-BEED-EB93056C1373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243DC86-4769-E651-53F6-90C42D144EE3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143B418-39DE-B9D1-B576-7192ED44DECA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28DEE73-7F53-808F-A5A7-0649473204E5}"/>
              </a:ext>
            </a:extLst>
          </p:cNvPr>
          <p:cNvSpPr/>
          <p:nvPr/>
        </p:nvSpPr>
        <p:spPr>
          <a:xfrm>
            <a:off x="1728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D13DA5C-47B1-58EA-7D6C-86415ED2A0AD}"/>
              </a:ext>
            </a:extLst>
          </p:cNvPr>
          <p:cNvSpPr/>
          <p:nvPr/>
        </p:nvSpPr>
        <p:spPr>
          <a:xfrm>
            <a:off x="1872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7ED7EB0-8896-CEAE-BA7E-486D6DAF0927}"/>
              </a:ext>
            </a:extLst>
          </p:cNvPr>
          <p:cNvSpPr/>
          <p:nvPr/>
        </p:nvSpPr>
        <p:spPr>
          <a:xfrm>
            <a:off x="1440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FFD927E-DEEC-AED8-D891-48C37447C953}"/>
              </a:ext>
            </a:extLst>
          </p:cNvPr>
          <p:cNvSpPr/>
          <p:nvPr/>
        </p:nvSpPr>
        <p:spPr>
          <a:xfrm>
            <a:off x="1242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973E260-F5E2-CFBF-47AF-1C26837EF4E9}"/>
              </a:ext>
            </a:extLst>
          </p:cNvPr>
          <p:cNvSpPr/>
          <p:nvPr/>
        </p:nvSpPr>
        <p:spPr>
          <a:xfrm>
            <a:off x="1350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A7A28F4-59F7-892E-05F8-2728B266EF6B}"/>
              </a:ext>
            </a:extLst>
          </p:cNvPr>
          <p:cNvSpPr/>
          <p:nvPr/>
        </p:nvSpPr>
        <p:spPr>
          <a:xfrm>
            <a:off x="138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7339DD0-AECE-979C-A8BE-1E5885F5F8D4}"/>
              </a:ext>
            </a:extLst>
          </p:cNvPr>
          <p:cNvSpPr/>
          <p:nvPr/>
        </p:nvSpPr>
        <p:spPr>
          <a:xfrm>
            <a:off x="15840000" y="57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030CDBD-30DD-6327-012E-260C39404E6B}"/>
              </a:ext>
            </a:extLst>
          </p:cNvPr>
          <p:cNvSpPr/>
          <p:nvPr/>
        </p:nvSpPr>
        <p:spPr>
          <a:xfrm>
            <a:off x="19260000" y="55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42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53DFE-4D3C-D5AD-D1E6-1EAD2E78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77D85B54-1FA9-2E8E-04D4-CF4B1C5E6B29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58EF124-2AFC-4962-9839-4B13609CF713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F5DD42C-EC4F-DCC0-0AFB-310FE30E946C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E9D4A70-3A4D-A000-54DF-97C15E8D115B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1497704-6C16-F38E-30EE-CDD2BFC16A04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729A04A-61F2-4D03-FAAB-2237C572707F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0D3C05C-BBCC-8156-A084-215A31951E6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3E3EDAA-007B-DB3F-3BEE-B045FD17D839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6F5941C-0A15-8340-C50C-077B73D9D84E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64BA110E-8F8E-EC5E-6E7D-C316F6C80B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67104F-7FD5-8528-B451-83A94D1EF8C9}"/>
              </a:ext>
            </a:extLst>
          </p:cNvPr>
          <p:cNvSpPr/>
          <p:nvPr/>
        </p:nvSpPr>
        <p:spPr>
          <a:xfrm>
            <a:off x="109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34E11D-A6A9-8505-13E3-2D4CEC041047}"/>
              </a:ext>
            </a:extLst>
          </p:cNvPr>
          <p:cNvSpPr/>
          <p:nvPr/>
        </p:nvSpPr>
        <p:spPr>
          <a:xfrm>
            <a:off x="120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75CF617-CBAF-D335-E392-3A2E75848C72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9BAFF57-BF23-7736-77D5-FED58A8BAEFE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35CB2E3-EB99-30DE-6E9F-B60B47E64CF5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0CFA74-D052-89CE-5F12-152D547A4124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A9B3420-99DE-69BB-25AC-EA55BF866218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FE1F1F2-9CA6-8208-F42C-2F337D989D3F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2C3411D-DB60-5B6E-098D-6299D9638599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Rekursionstiefe 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5780EE8-7861-D71E-F23D-A788B30F5142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588FCFA-924D-0757-E09E-67E7FB849F16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8663C6B6-415E-CD7B-BA2D-78FF9BC52A58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778B81-10D1-8481-3E4A-E340A59A504E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6004709-2812-9B3F-33AA-82A0335F87D2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6C856FF-1FF3-C5E4-E129-A00645FFD1CE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FB657DE-92D6-47B6-64A7-D5CE112F8931}"/>
              </a:ext>
            </a:extLst>
          </p:cNvPr>
          <p:cNvSpPr/>
          <p:nvPr/>
        </p:nvSpPr>
        <p:spPr>
          <a:xfrm>
            <a:off x="106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2C8F0AB-6293-9038-88F4-BAC833A8A49C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A0986B7-D0DE-B9BF-BFF1-456FDC09C60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C76090-1551-59F4-9D15-37DDE6D168F2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A37596C-7C23-E693-727C-351795918ADB}"/>
              </a:ext>
            </a:extLst>
          </p:cNvPr>
          <p:cNvSpPr/>
          <p:nvPr/>
        </p:nvSpPr>
        <p:spPr>
          <a:xfrm>
            <a:off x="1242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7D2AAD4-CA0B-B68C-4C13-492BECB6BA53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F26F731-5692-1D5F-08AB-2678BEBECBA7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1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82B0-2EBD-427F-44C7-DF81E0FE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C8B2AB3-F647-68F1-99D9-04DE8851E7B5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B1C4025-262B-2D76-86CE-DE566D99547D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3FB9B38-91E8-EE91-28AD-447820CD9F9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09B70FA-31DC-60D1-7561-A31BA24F785F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3AF6845-7EE6-018D-68FB-987B08FBF4FB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A203A24-7A26-C8CC-B2DB-9C4CC9E0CB43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AC6846F-54A5-FAB6-CA6B-29B95BCE20A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01DE41-B917-BE64-1AD0-9B79E6FCAD7F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6E4B1C-ADB5-0CDF-B554-EEB3E73E9AF7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B8BA88C-DDCC-BA99-7648-E37EBD6A4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8ABF1FA-C3EF-6F7A-E3AC-3232E9E3D8EC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4C050B4-E02C-1B2D-FE0C-3743C618D72A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5A88D8E-6B40-2C0E-FC52-02C55D0DC110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17E7110-AE3B-64DA-DCE9-5AFC6DCACB68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3364852-44F2-AAED-3E5A-54414CB7BE6D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F32F782-6653-92F3-070F-86ABD72EC0F0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52481F9-ABF7-83F6-E76A-43276052E96D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Sortierte Liste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A829449-4B34-72A2-39FB-11E85A467901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EB7088DF-0E4C-2B4E-7E15-685D157CB146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DD3CE90-095C-67EA-AD78-AAE6FBC306FA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4CAE12E-7632-8A29-2E29-FA0DD9A56129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6A11B4D-52EC-23E8-5582-E33B5053EF45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065C809-2E6E-DAD9-35C4-B39B7B9CC44B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C22B425-0651-97CD-CD7E-8E854BAA8712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6B431AC-47D3-204F-CAD7-8CA17C43D0E5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84686D-7014-E910-45BC-E7EE160B853A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986D239-E0E1-B1FF-28A8-D6176C7183E2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E02E871-9367-21FF-2FD6-EBEFBBAA6F8B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408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8C71-AC3F-5203-0D24-78B2D79C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6560D9FD-D02D-92DC-1CB7-409E623FD14D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55D63AB-4104-E22A-EF97-5C28E47E0447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1EA0255-09B4-FF81-BFDA-56C2F97CE229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A4A3C66-679E-27E9-8FF6-4C81E5F288C4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D7A776F-0159-5A96-2B08-BA23A30E6A5C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ED36D6F-D3E9-5EB3-8FC5-4AA8699A8B0A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B2816ED-CCD5-E937-CF38-2DB47FD7C7F7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9429608-15E2-7DCE-1F20-CBBBE5497BFB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E3C6DD5-8545-FF25-F128-1CA48348A673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61B5417-7A56-11CD-E090-4523F46B3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8070F1B-D56D-CF0F-AB65-C8F77DB8608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60E772F-0932-2A04-262D-9ED9BDF84994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F8C9E60-4AD4-5711-E940-9AE2FBD731BD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B4E55CC-2D26-42C2-BCC7-19DE09546BF6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A300C20-AA53-24BA-8BC6-51FE322B93B9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AEDA004-070B-07E3-28D8-DC829EFCA55B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FA7CE94-6B35-E614-6D8D-3058A069D103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Sortierte Liste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8AAC740-A1F6-4501-AA1F-5586FB44FFB5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C36A071-E377-C488-85EE-D5C68C73C501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C93E263-C4C9-6C65-6D8D-C7359C771429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0DFAC64-0A09-DBC6-62D1-C74E3E0F05FF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A2E1E10-ED47-E92D-31AC-FD6AC30C874F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DDAE1F1-CBC4-E7A2-758C-93408A1EC73D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73EFB83-0576-06EA-E8A4-31D00231EDDD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3EB60F8-2F5C-F460-47D9-BE369A2BA4A5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BF699EA-FA6D-0208-7A31-9DCD4AA67D73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A2CEC54-F90F-FF56-41EB-55953DBB234F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EEEE8FB-58D8-35BB-CF80-703C683E41AE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32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FA141-F23E-6B0B-E224-0049B11E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AF7E770-B943-8A4E-43FD-8BE2D3613000}"/>
              </a:ext>
            </a:extLst>
          </p:cNvPr>
          <p:cNvSpPr/>
          <p:nvPr/>
        </p:nvSpPr>
        <p:spPr>
          <a:xfrm>
            <a:off x="100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C912267-6341-2316-B2A7-CF6DC014292A}"/>
              </a:ext>
            </a:extLst>
          </p:cNvPr>
          <p:cNvSpPr/>
          <p:nvPr/>
        </p:nvSpPr>
        <p:spPr>
          <a:xfrm>
            <a:off x="115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1B6AA7B-BC5B-AAAA-3716-C8F638E2F046}"/>
              </a:ext>
            </a:extLst>
          </p:cNvPr>
          <p:cNvSpPr/>
          <p:nvPr/>
        </p:nvSpPr>
        <p:spPr>
          <a:xfrm>
            <a:off x="129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4C162B9-0F35-FFC5-0613-762D9107C605}"/>
              </a:ext>
            </a:extLst>
          </p:cNvPr>
          <p:cNvSpPr/>
          <p:nvPr/>
        </p:nvSpPr>
        <p:spPr>
          <a:xfrm>
            <a:off x="144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105712D-138A-37B4-5EDB-48AF2E12623E}"/>
              </a:ext>
            </a:extLst>
          </p:cNvPr>
          <p:cNvSpPr/>
          <p:nvPr/>
        </p:nvSpPr>
        <p:spPr>
          <a:xfrm>
            <a:off x="158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D4F895F-9C88-4C00-9825-592B4EC418B6}"/>
              </a:ext>
            </a:extLst>
          </p:cNvPr>
          <p:cNvSpPr/>
          <p:nvPr/>
        </p:nvSpPr>
        <p:spPr>
          <a:xfrm>
            <a:off x="1728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32EDEBD-F4AB-E6A1-E2EC-BB2FF7AFF56C}"/>
              </a:ext>
            </a:extLst>
          </p:cNvPr>
          <p:cNvSpPr/>
          <p:nvPr/>
        </p:nvSpPr>
        <p:spPr>
          <a:xfrm>
            <a:off x="187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1819C92-9032-E186-CADC-BD5465326C86}"/>
              </a:ext>
            </a:extLst>
          </p:cNvPr>
          <p:cNvSpPr/>
          <p:nvPr/>
        </p:nvSpPr>
        <p:spPr>
          <a:xfrm>
            <a:off x="378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BFE3FB5-B0D2-FD9D-AD95-187679CD966A}"/>
              </a:ext>
            </a:extLst>
          </p:cNvPr>
          <p:cNvSpPr/>
          <p:nvPr/>
        </p:nvSpPr>
        <p:spPr>
          <a:xfrm>
            <a:off x="19260000" y="19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D8AA9DB-7676-7919-623E-E083DD04AB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388" y="527050"/>
            <a:ext cx="11633200" cy="419100"/>
          </a:xfrm>
        </p:spPr>
        <p:txBody>
          <a:bodyPr/>
          <a:lstStyle/>
          <a:p>
            <a:r>
              <a:rPr lang="de-DE"/>
              <a:t>Der Quick Sort Algorithmus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41D4C31-DC05-9B0F-3507-36889C1D20C7}"/>
              </a:ext>
            </a:extLst>
          </p:cNvPr>
          <p:cNvSpPr/>
          <p:nvPr/>
        </p:nvSpPr>
        <p:spPr>
          <a:xfrm>
            <a:off x="432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1EA9941-9CFE-4DC1-95DB-A35B4DD20AFE}"/>
              </a:ext>
            </a:extLst>
          </p:cNvPr>
          <p:cNvSpPr/>
          <p:nvPr/>
        </p:nvSpPr>
        <p:spPr>
          <a:xfrm>
            <a:off x="576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52F6C16-F507-4364-DCA8-83FEA89B6CFC}"/>
              </a:ext>
            </a:extLst>
          </p:cNvPr>
          <p:cNvSpPr/>
          <p:nvPr/>
        </p:nvSpPr>
        <p:spPr>
          <a:xfrm>
            <a:off x="720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923C831-CF29-96C9-0140-71F4139E19C7}"/>
              </a:ext>
            </a:extLst>
          </p:cNvPr>
          <p:cNvSpPr/>
          <p:nvPr/>
        </p:nvSpPr>
        <p:spPr>
          <a:xfrm>
            <a:off x="8640000" y="216000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5381EF9-9687-00A9-955B-6B490C1773C7}"/>
              </a:ext>
            </a:extLst>
          </p:cNvPr>
          <p:cNvSpPr/>
          <p:nvPr/>
        </p:nvSpPr>
        <p:spPr>
          <a:xfrm>
            <a:off x="129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6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CA314C9-4CAD-E97F-0821-2DCF07DA721D}"/>
              </a:ext>
            </a:extLst>
          </p:cNvPr>
          <p:cNvSpPr/>
          <p:nvPr/>
        </p:nvSpPr>
        <p:spPr>
          <a:xfrm>
            <a:off x="115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C00B154-2964-B4AE-7228-059084D45D06}"/>
              </a:ext>
            </a:extLst>
          </p:cNvPr>
          <p:cNvSpPr/>
          <p:nvPr/>
        </p:nvSpPr>
        <p:spPr>
          <a:xfrm>
            <a:off x="19980000" y="3960000"/>
            <a:ext cx="360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800">
                <a:solidFill>
                  <a:schemeClr val="tx1"/>
                </a:solidFill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Sortierte Liste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E114979-324D-2DF4-F3AE-6B40337F9716}"/>
              </a:ext>
            </a:extLst>
          </p:cNvPr>
          <p:cNvSpPr/>
          <p:nvPr/>
        </p:nvSpPr>
        <p:spPr>
          <a:xfrm>
            <a:off x="43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8D01F86-894E-FE69-9B6D-E3E9B5A33C24}"/>
              </a:ext>
            </a:extLst>
          </p:cNvPr>
          <p:cNvSpPr/>
          <p:nvPr/>
        </p:nvSpPr>
        <p:spPr>
          <a:xfrm>
            <a:off x="576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25E4151-9807-D477-0D25-114A53725031}"/>
              </a:ext>
            </a:extLst>
          </p:cNvPr>
          <p:cNvSpPr/>
          <p:nvPr/>
        </p:nvSpPr>
        <p:spPr>
          <a:xfrm>
            <a:off x="378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C4C5F1F-C0B9-13CC-3231-BDEBA2CE1CB1}"/>
              </a:ext>
            </a:extLst>
          </p:cNvPr>
          <p:cNvSpPr/>
          <p:nvPr/>
        </p:nvSpPr>
        <p:spPr>
          <a:xfrm>
            <a:off x="100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3AE12AD-922A-5976-F956-BB0C81E1DF1D}"/>
              </a:ext>
            </a:extLst>
          </p:cNvPr>
          <p:cNvSpPr/>
          <p:nvPr/>
        </p:nvSpPr>
        <p:spPr>
          <a:xfrm>
            <a:off x="86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3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A9963D9-4E05-8150-D782-3475DA4E520F}"/>
              </a:ext>
            </a:extLst>
          </p:cNvPr>
          <p:cNvSpPr/>
          <p:nvPr/>
        </p:nvSpPr>
        <p:spPr>
          <a:xfrm>
            <a:off x="72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2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F03A8DC-62D4-50E8-20CF-9285488B6994}"/>
              </a:ext>
            </a:extLst>
          </p:cNvPr>
          <p:cNvSpPr/>
          <p:nvPr/>
        </p:nvSpPr>
        <p:spPr>
          <a:xfrm>
            <a:off x="1728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11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FB373C1-6DA0-0C28-885B-4FDA4FB0FD99}"/>
              </a:ext>
            </a:extLst>
          </p:cNvPr>
          <p:cNvSpPr/>
          <p:nvPr/>
        </p:nvSpPr>
        <p:spPr>
          <a:xfrm>
            <a:off x="1872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15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246C6DE-ADC7-F611-C27B-B42DE18ECC76}"/>
              </a:ext>
            </a:extLst>
          </p:cNvPr>
          <p:cNvSpPr/>
          <p:nvPr/>
        </p:nvSpPr>
        <p:spPr>
          <a:xfrm>
            <a:off x="1440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8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D38ADDD-8F8E-E760-F90D-D058EDFE879D}"/>
              </a:ext>
            </a:extLst>
          </p:cNvPr>
          <p:cNvSpPr/>
          <p:nvPr/>
        </p:nvSpPr>
        <p:spPr>
          <a:xfrm>
            <a:off x="15840000" y="3960000"/>
            <a:ext cx="720000" cy="720000"/>
          </a:xfrm>
          <a:prstGeom prst="rect">
            <a:avLst/>
          </a:prstGeom>
          <a:solidFill>
            <a:srgbClr val="16AA7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ubik SemiBold" panose="020B0604020202020204" charset="-79"/>
                <a:ea typeface="JetBrains Mono NL" panose="02000009000000000000" pitchFamily="49" charset="0"/>
                <a:cs typeface="Rubik SemiBold" panose="020B0604020202020204" charset="-79"/>
              </a:rPr>
              <a:t>10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 SemiBold" panose="020B0604020202020204" charset="-79"/>
              <a:ea typeface="JetBrains Mono NL" panose="02000009000000000000" pitchFamily="49" charset="0"/>
              <a:cs typeface="Rubik SemiBold" panose="020B0604020202020204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D7A1DEF-17C8-4C28-FA95-CFB2A4EB1702}"/>
              </a:ext>
            </a:extLst>
          </p:cNvPr>
          <p:cNvSpPr/>
          <p:nvPr/>
        </p:nvSpPr>
        <p:spPr>
          <a:xfrm>
            <a:off x="19260000" y="3780000"/>
            <a:ext cx="720000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9600">
                <a:solidFill>
                  <a:schemeClr val="tx1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kumimoji="0" lang="de-DE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0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theme/theme1.xml><?xml version="1.0" encoding="utf-8"?>
<a:theme xmlns:a="http://schemas.openxmlformats.org/drawingml/2006/main" name="StackFuel Theme">
  <a:themeElements>
    <a:clrScheme name="Benutzerdefiniert 1">
      <a:dk1>
        <a:srgbClr val="000000"/>
      </a:dk1>
      <a:lt1>
        <a:srgbClr val="FFFFFF"/>
      </a:lt1>
      <a:dk2>
        <a:srgbClr val="140046"/>
      </a:dk2>
      <a:lt2>
        <a:srgbClr val="5500EB"/>
      </a:lt2>
      <a:accent1>
        <a:srgbClr val="5500EB"/>
      </a:accent1>
      <a:accent2>
        <a:srgbClr val="C8FF00"/>
      </a:accent2>
      <a:accent3>
        <a:srgbClr val="B2C0FA"/>
      </a:accent3>
      <a:accent4>
        <a:srgbClr val="CCC8C0"/>
      </a:accent4>
      <a:accent5>
        <a:srgbClr val="FFA8A1"/>
      </a:accent5>
      <a:accent6>
        <a:srgbClr val="C800EB"/>
      </a:accent6>
      <a:hlink>
        <a:srgbClr val="5500EB"/>
      </a:hlink>
      <a:folHlink>
        <a:srgbClr val="5500EB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635000" dist="342900" dir="2700000" algn="tl" rotWithShape="0">
            <a:schemeClr val="accent1">
              <a:lumMod val="75000"/>
              <a:alpha val="23000"/>
            </a:schemeClr>
          </a:outerShdw>
        </a:effectLst>
      </a:spPr>
      <a:bodyPr lIns="288000" tIns="288000" rIns="288000" rtlCol="0" anchor="t"/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Source Sans Pro Light" panose="020B0403030403020204" pitchFamily="34" charset="0"/>
            <a:ea typeface="Source Sans Pro Light" panose="020B0403030403020204" pitchFamily="34" charset="0"/>
            <a:cs typeface="Poppins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BE362C6EE420543B698485AC74F8397" ma:contentTypeVersion="15" ma:contentTypeDescription="Ein neues Dokument erstellen." ma:contentTypeScope="" ma:versionID="ece25feff8eaf4ae94d93f45f1a09ea7">
  <xsd:schema xmlns:xsd="http://www.w3.org/2001/XMLSchema" xmlns:xs="http://www.w3.org/2001/XMLSchema" xmlns:p="http://schemas.microsoft.com/office/2006/metadata/properties" xmlns:ns2="52c83538-2338-46ef-bbce-bf2b5cdd8f3a" xmlns:ns3="3b61b577-587e-4579-bf30-e7747f8b66e7" targetNamespace="http://schemas.microsoft.com/office/2006/metadata/properties" ma:root="true" ma:fieldsID="f526c11618efe884860c9ffb4f4cafeb" ns2:_="" ns3:_="">
    <xsd:import namespace="52c83538-2338-46ef-bbce-bf2b5cdd8f3a"/>
    <xsd:import namespace="3b61b577-587e-4579-bf30-e7747f8b6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83538-2338-46ef-bbce-bf2b5cdd8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80cc94bf-af72-47f4-a772-37b3f9bad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1b577-587e-4579-bf30-e7747f8b66e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f9edd67-6349-4b78-8c88-424897d85d77}" ma:internalName="TaxCatchAll" ma:showField="CatchAllData" ma:web="3b61b577-587e-4579-bf30-e7747f8b6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61b577-587e-4579-bf30-e7747f8b66e7" xsi:nil="true"/>
    <lcf76f155ced4ddcb4097134ff3c332f xmlns="52c83538-2338-46ef-bbce-bf2b5cdd8f3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1FEE08-B3F0-4E5E-8BEC-9196B37D41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6B0656-13BD-40E3-8309-FBA1D9D3B3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c83538-2338-46ef-bbce-bf2b5cdd8f3a"/>
    <ds:schemaRef ds:uri="3b61b577-587e-4579-bf30-e7747f8b66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19D484-5386-4296-AEC5-1E09F77FF976}">
  <ds:schemaRefs>
    <ds:schemaRef ds:uri="http://schemas.microsoft.com/office/infopath/2007/PartnerControls"/>
    <ds:schemaRef ds:uri="http://purl.org/dc/dcmitype/"/>
    <ds:schemaRef ds:uri="http://purl.org/dc/elements/1.1/"/>
    <ds:schemaRef ds:uri="3b61b577-587e-4579-bf30-e7747f8b66e7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52c83538-2338-46ef-bbce-bf2b5cdd8f3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3642</Words>
  <Application>Microsoft Office PowerPoint</Application>
  <PresentationFormat>Benutzerdefiniert</PresentationFormat>
  <Paragraphs>3192</Paragraphs>
  <Slides>83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83</vt:i4>
      </vt:variant>
    </vt:vector>
  </HeadingPairs>
  <TitlesOfParts>
    <vt:vector size="93" baseType="lpstr">
      <vt:lpstr>Rubik SemiBold</vt:lpstr>
      <vt:lpstr>Wingdings</vt:lpstr>
      <vt:lpstr>Calibri</vt:lpstr>
      <vt:lpstr>Poppins Light</vt:lpstr>
      <vt:lpstr>Poppins</vt:lpstr>
      <vt:lpstr>Symbol</vt:lpstr>
      <vt:lpstr>Arial</vt:lpstr>
      <vt:lpstr>JetBrains Mono NL</vt:lpstr>
      <vt:lpstr>Rubik</vt:lpstr>
      <vt:lpstr>StackFuel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Sort Algorithmus</dc:title>
  <dc:subject/>
  <dc:creator>SF Creative</dc:creator>
  <cp:keywords/>
  <dc:description/>
  <cp:lastModifiedBy>Christian Roden</cp:lastModifiedBy>
  <cp:revision>39</cp:revision>
  <dcterms:created xsi:type="dcterms:W3CDTF">2017-10-27T02:31:07Z</dcterms:created>
  <dcterms:modified xsi:type="dcterms:W3CDTF">2025-12-10T09:27:54Z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0x010100DBE362C6EE420543B698485AC74F8397</vt:lpwstr>
  </property>
</Properties>
</file>